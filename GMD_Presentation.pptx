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57" r:id="rId3"/>
    <p:sldId id="258" r:id="rId4"/>
    <p:sldId id="265" r:id="rId5"/>
    <p:sldId id="259" r:id="rId6"/>
    <p:sldId id="267" r:id="rId7"/>
    <p:sldId id="266" r:id="rId8"/>
    <p:sldId id="268" r:id="rId9"/>
    <p:sldId id="260" r:id="rId10"/>
    <p:sldId id="264"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hyperlink" Target="https://www.variablenotfound.com/2019/02/" TargetMode="External"/><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hyperlink" Target="https://www.navigaweb.net/2021/03/come-usare-la-compilazione-automatica.html" TargetMode="External"/><Relationship Id="rId2" Type="http://schemas.openxmlformats.org/officeDocument/2006/relationships/hyperlink" Target="https://mrseoul.tistory.com/entry/react-%ED%95%A8%EC%88%98-%EC%BB%B4%ED%8F%AC%EB%84%8C%ED%8A%B8-Hooks-%EA%B8%B0%EB%8A%A5" TargetMode="External"/><Relationship Id="rId1" Type="http://schemas.openxmlformats.org/officeDocument/2006/relationships/image" Target="../media/image3.png"/><Relationship Id="rId6" Type="http://schemas.openxmlformats.org/officeDocument/2006/relationships/hyperlink" Target="https://myworldofit.net/?tag=sql-server" TargetMode="External"/><Relationship Id="rId11" Type="http://schemas.openxmlformats.org/officeDocument/2006/relationships/image" Target="../media/image8.jpg"/><Relationship Id="rId5" Type="http://schemas.openxmlformats.org/officeDocument/2006/relationships/image" Target="../media/image5.jpg"/><Relationship Id="rId10" Type="http://schemas.openxmlformats.org/officeDocument/2006/relationships/hyperlink" Target="https://www.mclibre.org/consultar/python/otros/vsc-python-configuracion.html" TargetMode="External"/><Relationship Id="rId4" Type="http://schemas.openxmlformats.org/officeDocument/2006/relationships/hyperlink" Target="https://smlpoints.com/guide-dotnet-vue-mvc-with-web-api-developmemt.html" TargetMode="External"/><Relationship Id="rId9" Type="http://schemas.openxmlformats.org/officeDocument/2006/relationships/image" Target="../media/image7.png"/></Relationships>
</file>

<file path=ppt/diagrams/_rels/drawing1.xml.rels><?xml version="1.0" encoding="UTF-8" standalone="yes"?>
<Relationships xmlns="http://schemas.openxmlformats.org/package/2006/relationships"><Relationship Id="rId8" Type="http://schemas.openxmlformats.org/officeDocument/2006/relationships/hyperlink" Target="https://www.variablenotfound.com/2019/02/" TargetMode="External"/><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hyperlink" Target="https://www.navigaweb.net/2021/03/come-usare-la-compilazione-automatica.html" TargetMode="External"/><Relationship Id="rId2" Type="http://schemas.openxmlformats.org/officeDocument/2006/relationships/hyperlink" Target="https://mrseoul.tistory.com/entry/react-%ED%95%A8%EC%88%98-%EC%BB%B4%ED%8F%AC%EB%84%8C%ED%8A%B8-Hooks-%EA%B8%B0%EB%8A%A5" TargetMode="External"/><Relationship Id="rId1" Type="http://schemas.openxmlformats.org/officeDocument/2006/relationships/image" Target="../media/image3.png"/><Relationship Id="rId6" Type="http://schemas.openxmlformats.org/officeDocument/2006/relationships/hyperlink" Target="https://myworldofit.net/?tag=sql-server" TargetMode="External"/><Relationship Id="rId11" Type="http://schemas.openxmlformats.org/officeDocument/2006/relationships/image" Target="../media/image8.jpg"/><Relationship Id="rId5" Type="http://schemas.openxmlformats.org/officeDocument/2006/relationships/image" Target="../media/image5.jpg"/><Relationship Id="rId10" Type="http://schemas.openxmlformats.org/officeDocument/2006/relationships/hyperlink" Target="https://www.mclibre.org/consultar/python/otros/vsc-python-configuracion.html" TargetMode="External"/><Relationship Id="rId4" Type="http://schemas.openxmlformats.org/officeDocument/2006/relationships/hyperlink" Target="https://smlpoints.com/guide-dotnet-vue-mvc-with-web-api-developmemt.html" TargetMode="External"/><Relationship Id="rId9"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B46D87-1A96-4D8D-91B9-D0F5480641E9}" type="doc">
      <dgm:prSet loTypeId="urn:microsoft.com/office/officeart/2018/2/layout/IconCircleList" loCatId="icon" qsTypeId="urn:microsoft.com/office/officeart/2005/8/quickstyle/simple1#69" qsCatId="simple" csTypeId="urn:microsoft.com/office/officeart/2018/5/colors/Iconchunking_neutralbg_colorful1" csCatId="colorful" phldr="1"/>
      <dgm:spPr/>
      <dgm:t>
        <a:bodyPr/>
        <a:lstStyle/>
        <a:p>
          <a:endParaRPr lang="en-US"/>
        </a:p>
      </dgm:t>
    </dgm:pt>
    <dgm:pt modelId="{99963B38-7F1A-472B-AB67-F2CA0D34AFC8}">
      <dgm:prSet/>
      <dgm:spPr/>
      <dgm:t>
        <a:bodyPr/>
        <a:lstStyle/>
        <a:p>
          <a:pPr>
            <a:lnSpc>
              <a:spcPct val="100000"/>
            </a:lnSpc>
          </a:pPr>
          <a:r>
            <a:rPr lang="en-US" b="1"/>
            <a:t>Frontend – React</a:t>
          </a:r>
          <a:r>
            <a:rPr lang="en-US"/>
            <a:t> : création de l’interface utilisateur et affichage des données. </a:t>
          </a:r>
        </a:p>
      </dgm:t>
    </dgm:pt>
    <dgm:pt modelId="{8BAE196A-02DD-4EB6-94FA-2BD2271659C4}" type="parTrans" cxnId="{112C671A-B8F9-4B00-9365-551EA02F664B}">
      <dgm:prSet/>
      <dgm:spPr/>
      <dgm:t>
        <a:bodyPr/>
        <a:lstStyle/>
        <a:p>
          <a:endParaRPr lang="en-US"/>
        </a:p>
      </dgm:t>
    </dgm:pt>
    <dgm:pt modelId="{BDFF9A9C-C41A-4449-A034-F75CB9673672}" type="sibTrans" cxnId="{112C671A-B8F9-4B00-9365-551EA02F664B}">
      <dgm:prSet/>
      <dgm:spPr/>
      <dgm:t>
        <a:bodyPr/>
        <a:lstStyle/>
        <a:p>
          <a:pPr>
            <a:lnSpc>
              <a:spcPct val="100000"/>
            </a:lnSpc>
          </a:pPr>
          <a:endParaRPr lang="en-US"/>
        </a:p>
      </dgm:t>
    </dgm:pt>
    <dgm:pt modelId="{2A5035F3-BA33-41AC-8519-DBDB6E8574A5}">
      <dgm:prSet/>
      <dgm:spPr/>
      <dgm:t>
        <a:bodyPr/>
        <a:lstStyle/>
        <a:p>
          <a:pPr>
            <a:lnSpc>
              <a:spcPct val="100000"/>
            </a:lnSpc>
          </a:pPr>
          <a:r>
            <a:rPr lang="en-US" b="1"/>
            <a:t>Backend – ASP.NET Core</a:t>
          </a:r>
          <a:r>
            <a:rPr lang="en-US"/>
            <a:t> : gestion de la logique métier et des échanges entre les différents composants. </a:t>
          </a:r>
        </a:p>
      </dgm:t>
    </dgm:pt>
    <dgm:pt modelId="{D8FAA81E-7009-4354-9A11-0EA0668BDF42}" type="parTrans" cxnId="{527E0551-656C-4ABA-9862-53434533D409}">
      <dgm:prSet/>
      <dgm:spPr/>
      <dgm:t>
        <a:bodyPr/>
        <a:lstStyle/>
        <a:p>
          <a:endParaRPr lang="en-US"/>
        </a:p>
      </dgm:t>
    </dgm:pt>
    <dgm:pt modelId="{E3B45FD1-2819-4DEE-AE9B-A0A93AABFD6B}" type="sibTrans" cxnId="{527E0551-656C-4ABA-9862-53434533D409}">
      <dgm:prSet/>
      <dgm:spPr/>
      <dgm:t>
        <a:bodyPr/>
        <a:lstStyle/>
        <a:p>
          <a:pPr>
            <a:lnSpc>
              <a:spcPct val="100000"/>
            </a:lnSpc>
          </a:pPr>
          <a:endParaRPr lang="en-US"/>
        </a:p>
      </dgm:t>
    </dgm:pt>
    <dgm:pt modelId="{A9612E08-8363-4261-BB0F-C7AD6FC3F7F0}">
      <dgm:prSet/>
      <dgm:spPr/>
      <dgm:t>
        <a:bodyPr/>
        <a:lstStyle/>
        <a:p>
          <a:pPr>
            <a:lnSpc>
              <a:spcPct val="100000"/>
            </a:lnSpc>
          </a:pPr>
          <a:r>
            <a:rPr lang="en-US" b="1"/>
            <a:t>Base de données – SQL Server</a:t>
          </a:r>
          <a:r>
            <a:rPr lang="en-US"/>
            <a:t> : stockage et gestion des données relatives aux articles, stocks et mouvements. </a:t>
          </a:r>
        </a:p>
      </dgm:t>
    </dgm:pt>
    <dgm:pt modelId="{19D546CF-58A7-4C90-9DCB-A0A3483AC6C7}" type="parTrans" cxnId="{30801B32-F3E0-4F9C-ABBE-636D4859B2BE}">
      <dgm:prSet/>
      <dgm:spPr/>
      <dgm:t>
        <a:bodyPr/>
        <a:lstStyle/>
        <a:p>
          <a:endParaRPr lang="en-US"/>
        </a:p>
      </dgm:t>
    </dgm:pt>
    <dgm:pt modelId="{E4182C46-9F29-47C6-9747-423102CCE89B}" type="sibTrans" cxnId="{30801B32-F3E0-4F9C-ABBE-636D4859B2BE}">
      <dgm:prSet/>
      <dgm:spPr/>
      <dgm:t>
        <a:bodyPr/>
        <a:lstStyle/>
        <a:p>
          <a:pPr>
            <a:lnSpc>
              <a:spcPct val="100000"/>
            </a:lnSpc>
          </a:pPr>
          <a:endParaRPr lang="en-US"/>
        </a:p>
      </dgm:t>
    </dgm:pt>
    <dgm:pt modelId="{324A32E8-E4F5-413D-888F-8124F4E70E27}">
      <dgm:prSet/>
      <dgm:spPr/>
      <dgm:t>
        <a:bodyPr/>
        <a:lstStyle/>
        <a:p>
          <a:pPr>
            <a:lnSpc>
              <a:spcPct val="100000"/>
            </a:lnSpc>
          </a:pPr>
          <a:r>
            <a:rPr lang="en-US" b="1"/>
            <a:t>Accès aux données – Entity Framework Core</a:t>
          </a:r>
          <a:r>
            <a:rPr lang="en-US"/>
            <a:t> : communication entre l’API et la base de données SQL Server. </a:t>
          </a:r>
        </a:p>
      </dgm:t>
    </dgm:pt>
    <dgm:pt modelId="{DBD532F9-959B-4D87-AF6E-D1BC2558D952}" type="parTrans" cxnId="{43C50520-41FE-4AF7-A48C-541D72223F05}">
      <dgm:prSet/>
      <dgm:spPr/>
      <dgm:t>
        <a:bodyPr/>
        <a:lstStyle/>
        <a:p>
          <a:endParaRPr lang="en-US"/>
        </a:p>
      </dgm:t>
    </dgm:pt>
    <dgm:pt modelId="{4F2A235E-7A91-43E6-BBDB-7882D16D9FA3}" type="sibTrans" cxnId="{43C50520-41FE-4AF7-A48C-541D72223F05}">
      <dgm:prSet/>
      <dgm:spPr/>
      <dgm:t>
        <a:bodyPr/>
        <a:lstStyle/>
        <a:p>
          <a:pPr>
            <a:lnSpc>
              <a:spcPct val="100000"/>
            </a:lnSpc>
          </a:pPr>
          <a:endParaRPr lang="en-US"/>
        </a:p>
      </dgm:t>
    </dgm:pt>
    <dgm:pt modelId="{0B578317-97E6-486B-8CF9-9E24598514FE}">
      <dgm:prSet/>
      <dgm:spPr/>
      <dgm:t>
        <a:bodyPr/>
        <a:lstStyle/>
        <a:p>
          <a:pPr>
            <a:lnSpc>
              <a:spcPct val="100000"/>
            </a:lnSpc>
          </a:pPr>
          <a:r>
            <a:rPr lang="en-US" b="1"/>
            <a:t>Prévision – Python</a:t>
          </a:r>
          <a:r>
            <a:rPr lang="en-US"/>
            <a:t> : traitement des données historiques et génération des prévisions de stock. </a:t>
          </a:r>
        </a:p>
      </dgm:t>
    </dgm:pt>
    <dgm:pt modelId="{BA306626-0B2A-4E6D-8E97-8F630E8628DA}" type="parTrans" cxnId="{5EFB5AB5-4D0B-49E4-AE29-EECFDB0C958F}">
      <dgm:prSet/>
      <dgm:spPr/>
      <dgm:t>
        <a:bodyPr/>
        <a:lstStyle/>
        <a:p>
          <a:endParaRPr lang="en-US"/>
        </a:p>
      </dgm:t>
    </dgm:pt>
    <dgm:pt modelId="{F921C0FE-33B2-4CE0-BCEC-F19A1E63A6AE}" type="sibTrans" cxnId="{5EFB5AB5-4D0B-49E4-AE29-EECFDB0C958F}">
      <dgm:prSet/>
      <dgm:spPr/>
      <dgm:t>
        <a:bodyPr/>
        <a:lstStyle/>
        <a:p>
          <a:pPr>
            <a:lnSpc>
              <a:spcPct val="100000"/>
            </a:lnSpc>
          </a:pPr>
          <a:endParaRPr lang="en-US"/>
        </a:p>
      </dgm:t>
    </dgm:pt>
    <dgm:pt modelId="{554937BF-A793-4DF0-AF53-3D75DF1310FF}">
      <dgm:prSet/>
      <dgm:spPr/>
      <dgm:t>
        <a:bodyPr/>
        <a:lstStyle/>
        <a:p>
          <a:pPr>
            <a:lnSpc>
              <a:spcPct val="100000"/>
            </a:lnSpc>
          </a:pPr>
          <a:r>
            <a:rPr lang="en-US" b="1"/>
            <a:t>Importation – CSV / XLSX</a:t>
          </a:r>
          <a:r>
            <a:rPr lang="en-US"/>
            <a:t> : intégration de données historiques et de mouvements de stock.</a:t>
          </a:r>
        </a:p>
      </dgm:t>
    </dgm:pt>
    <dgm:pt modelId="{87D2E66B-876E-4CCC-A173-573E9EBE85AC}" type="parTrans" cxnId="{914DC850-DB5E-4F36-A642-AD14B51866C4}">
      <dgm:prSet/>
      <dgm:spPr/>
      <dgm:t>
        <a:bodyPr/>
        <a:lstStyle/>
        <a:p>
          <a:endParaRPr lang="en-US"/>
        </a:p>
      </dgm:t>
    </dgm:pt>
    <dgm:pt modelId="{446DB9F7-7CEA-4762-9A29-C331B6EE2447}" type="sibTrans" cxnId="{914DC850-DB5E-4F36-A642-AD14B51866C4}">
      <dgm:prSet/>
      <dgm:spPr/>
      <dgm:t>
        <a:bodyPr/>
        <a:lstStyle/>
        <a:p>
          <a:endParaRPr lang="en-US"/>
        </a:p>
      </dgm:t>
    </dgm:pt>
    <dgm:pt modelId="{B98B76EC-71E6-4C87-92CF-A318B3F02DA2}" type="pres">
      <dgm:prSet presAssocID="{06B46D87-1A96-4D8D-91B9-D0F5480641E9}" presName="root" presStyleCnt="0">
        <dgm:presLayoutVars>
          <dgm:dir/>
          <dgm:resizeHandles val="exact"/>
        </dgm:presLayoutVars>
      </dgm:prSet>
      <dgm:spPr/>
    </dgm:pt>
    <dgm:pt modelId="{E7889672-FD4C-4765-B855-6551FDFD9E20}" type="pres">
      <dgm:prSet presAssocID="{06B46D87-1A96-4D8D-91B9-D0F5480641E9}" presName="container" presStyleCnt="0">
        <dgm:presLayoutVars>
          <dgm:dir/>
          <dgm:resizeHandles val="exact"/>
        </dgm:presLayoutVars>
      </dgm:prSet>
      <dgm:spPr/>
    </dgm:pt>
    <dgm:pt modelId="{7633A635-A7EA-48B1-B7B0-A375D14679EA}" type="pres">
      <dgm:prSet presAssocID="{99963B38-7F1A-472B-AB67-F2CA0D34AFC8}" presName="compNode" presStyleCnt="0"/>
      <dgm:spPr/>
    </dgm:pt>
    <dgm:pt modelId="{81A82BCE-09E1-4FC9-B8E4-5D9F722F3A8E}" type="pres">
      <dgm:prSet presAssocID="{99963B38-7F1A-472B-AB67-F2CA0D34AFC8}" presName="iconBgRect" presStyleLbl="bgShp" presStyleIdx="0" presStyleCnt="6"/>
      <dgm:spPr/>
    </dgm:pt>
    <dgm:pt modelId="{00BB1F38-68E1-42DD-A552-3FAC3075A7BB}" type="pres">
      <dgm:prSet presAssocID="{99963B38-7F1A-472B-AB67-F2CA0D34AFC8}" presName="iconRect" presStyleLbl="node1" presStyleIdx="0" presStyleCnt="6"/>
      <dgm:spPr>
        <a:blipFill>
          <a:blip xmlns:r="http://schemas.openxmlformats.org/officeDocument/2006/relationships" r:embed="rId1">
            <a:extLst>
              <a:ext uri="{837473B0-CC2E-450A-ABE3-18F120FF3D39}">
                <a1611:picAttrSrcUrl xmlns:a1611="http://schemas.microsoft.com/office/drawing/2016/11/main" r:id="rId2"/>
              </a:ext>
            </a:extLst>
          </a:blip>
          <a:srcRect/>
          <a:stretch>
            <a:fillRect l="-39000" r="-39000"/>
          </a:stretch>
        </a:blipFill>
        <a:ln>
          <a:noFill/>
        </a:ln>
      </dgm:spPr>
    </dgm:pt>
    <dgm:pt modelId="{2A902A26-2C4F-4087-ABAE-F09FBEFB1B52}" type="pres">
      <dgm:prSet presAssocID="{99963B38-7F1A-472B-AB67-F2CA0D34AFC8}" presName="spaceRect" presStyleCnt="0"/>
      <dgm:spPr/>
    </dgm:pt>
    <dgm:pt modelId="{3162E9FE-76D4-4DD5-89E4-AB972E6D5B36}" type="pres">
      <dgm:prSet presAssocID="{99963B38-7F1A-472B-AB67-F2CA0D34AFC8}" presName="textRect" presStyleLbl="revTx" presStyleIdx="0" presStyleCnt="6">
        <dgm:presLayoutVars>
          <dgm:chMax val="1"/>
          <dgm:chPref val="1"/>
        </dgm:presLayoutVars>
      </dgm:prSet>
      <dgm:spPr/>
    </dgm:pt>
    <dgm:pt modelId="{545441FA-EF2E-4722-B84F-4D2ED1AA7242}" type="pres">
      <dgm:prSet presAssocID="{BDFF9A9C-C41A-4449-A034-F75CB9673672}" presName="sibTrans" presStyleLbl="sibTrans2D1" presStyleIdx="0" presStyleCnt="0"/>
      <dgm:spPr/>
    </dgm:pt>
    <dgm:pt modelId="{D523F68D-36CF-45C5-92C3-611611AEE9D9}" type="pres">
      <dgm:prSet presAssocID="{2A5035F3-BA33-41AC-8519-DBDB6E8574A5}" presName="compNode" presStyleCnt="0"/>
      <dgm:spPr/>
    </dgm:pt>
    <dgm:pt modelId="{73AB9D72-3F44-4247-824C-A7423B31224F}" type="pres">
      <dgm:prSet presAssocID="{2A5035F3-BA33-41AC-8519-DBDB6E8574A5}" presName="iconBgRect" presStyleLbl="bgShp" presStyleIdx="1" presStyleCnt="6"/>
      <dgm:spPr/>
    </dgm:pt>
    <dgm:pt modelId="{B35FC353-2E0B-4938-B05C-9809483F26AC}" type="pres">
      <dgm:prSet presAssocID="{2A5035F3-BA33-41AC-8519-DBDB6E8574A5}" presName="iconRect" presStyleLbl="node1" presStyleIdx="1" presStyleCnt="6"/>
      <dgm:spPr>
        <a:blipFill>
          <a:blip xmlns:r="http://schemas.openxmlformats.org/officeDocument/2006/relationships" r:embed="rId3">
            <a:extLst>
              <a:ext uri="{837473B0-CC2E-450A-ABE3-18F120FF3D39}">
                <a1611:picAttrSrcUrl xmlns:a1611="http://schemas.microsoft.com/office/drawing/2016/11/main" r:id="rId4"/>
              </a:ext>
            </a:extLst>
          </a:blip>
          <a:srcRect/>
          <a:stretch>
            <a:fillRect/>
          </a:stretch>
        </a:blipFill>
        <a:ln>
          <a:noFill/>
        </a:ln>
      </dgm:spPr>
    </dgm:pt>
    <dgm:pt modelId="{9289F1EC-F178-4704-BB8F-8888337D0401}" type="pres">
      <dgm:prSet presAssocID="{2A5035F3-BA33-41AC-8519-DBDB6E8574A5}" presName="spaceRect" presStyleCnt="0"/>
      <dgm:spPr/>
    </dgm:pt>
    <dgm:pt modelId="{B4CF9E22-5957-4E49-A122-9590851AC331}" type="pres">
      <dgm:prSet presAssocID="{2A5035F3-BA33-41AC-8519-DBDB6E8574A5}" presName="textRect" presStyleLbl="revTx" presStyleIdx="1" presStyleCnt="6">
        <dgm:presLayoutVars>
          <dgm:chMax val="1"/>
          <dgm:chPref val="1"/>
        </dgm:presLayoutVars>
      </dgm:prSet>
      <dgm:spPr/>
    </dgm:pt>
    <dgm:pt modelId="{97C3F260-E46F-4E71-8CD7-E7A9A01183EB}" type="pres">
      <dgm:prSet presAssocID="{E3B45FD1-2819-4DEE-AE9B-A0A93AABFD6B}" presName="sibTrans" presStyleLbl="sibTrans2D1" presStyleIdx="0" presStyleCnt="0"/>
      <dgm:spPr/>
    </dgm:pt>
    <dgm:pt modelId="{CB7F363F-EEB4-47DD-AFED-B5A7D4722AEE}" type="pres">
      <dgm:prSet presAssocID="{A9612E08-8363-4261-BB0F-C7AD6FC3F7F0}" presName="compNode" presStyleCnt="0"/>
      <dgm:spPr/>
    </dgm:pt>
    <dgm:pt modelId="{67C347C8-AB09-41F4-8747-C78BB29966B8}" type="pres">
      <dgm:prSet presAssocID="{A9612E08-8363-4261-BB0F-C7AD6FC3F7F0}" presName="iconBgRect" presStyleLbl="bgShp" presStyleIdx="2" presStyleCnt="6"/>
      <dgm:spPr/>
    </dgm:pt>
    <dgm:pt modelId="{2176B2EA-295B-413C-B880-4355604D6C55}" type="pres">
      <dgm:prSet presAssocID="{A9612E08-8363-4261-BB0F-C7AD6FC3F7F0}" presName="iconRect" presStyleLbl="node1" presStyleIdx="2" presStyleCnt="6"/>
      <dgm:spPr>
        <a:blipFill>
          <a:blip xmlns:r="http://schemas.openxmlformats.org/officeDocument/2006/relationships" r:embed="rId5">
            <a:extLst>
              <a:ext uri="{837473B0-CC2E-450A-ABE3-18F120FF3D39}">
                <a1611:picAttrSrcUrl xmlns:a1611="http://schemas.microsoft.com/office/drawing/2016/11/main" r:id="rId6"/>
              </a:ext>
            </a:extLst>
          </a:blip>
          <a:srcRect/>
          <a:stretch>
            <a:fillRect l="-11000" r="-11000"/>
          </a:stretch>
        </a:blipFill>
        <a:ln>
          <a:noFill/>
        </a:ln>
      </dgm:spPr>
    </dgm:pt>
    <dgm:pt modelId="{CE09F7CE-0687-4939-823E-B07D198A03A6}" type="pres">
      <dgm:prSet presAssocID="{A9612E08-8363-4261-BB0F-C7AD6FC3F7F0}" presName="spaceRect" presStyleCnt="0"/>
      <dgm:spPr/>
    </dgm:pt>
    <dgm:pt modelId="{E505EB62-7B8B-450F-AE16-444816B0E13F}" type="pres">
      <dgm:prSet presAssocID="{A9612E08-8363-4261-BB0F-C7AD6FC3F7F0}" presName="textRect" presStyleLbl="revTx" presStyleIdx="2" presStyleCnt="6">
        <dgm:presLayoutVars>
          <dgm:chMax val="1"/>
          <dgm:chPref val="1"/>
        </dgm:presLayoutVars>
      </dgm:prSet>
      <dgm:spPr/>
    </dgm:pt>
    <dgm:pt modelId="{D63868AC-35D0-4DE1-9EF6-BA7587E5843A}" type="pres">
      <dgm:prSet presAssocID="{E4182C46-9F29-47C6-9747-423102CCE89B}" presName="sibTrans" presStyleLbl="sibTrans2D1" presStyleIdx="0" presStyleCnt="0"/>
      <dgm:spPr/>
    </dgm:pt>
    <dgm:pt modelId="{86D274F6-ECAB-491A-8FB7-2A26CA65B06F}" type="pres">
      <dgm:prSet presAssocID="{324A32E8-E4F5-413D-888F-8124F4E70E27}" presName="compNode" presStyleCnt="0"/>
      <dgm:spPr/>
    </dgm:pt>
    <dgm:pt modelId="{3382278C-EC66-4774-960D-04117EF4182A}" type="pres">
      <dgm:prSet presAssocID="{324A32E8-E4F5-413D-888F-8124F4E70E27}" presName="iconBgRect" presStyleLbl="bgShp" presStyleIdx="3" presStyleCnt="6"/>
      <dgm:spPr/>
    </dgm:pt>
    <dgm:pt modelId="{FBA4E9A3-BE39-4598-AEAF-A94B6263B517}" type="pres">
      <dgm:prSet presAssocID="{324A32E8-E4F5-413D-888F-8124F4E70E27}" presName="iconRect" presStyleLbl="node1" presStyleIdx="3" presStyleCnt="6"/>
      <dgm:spPr>
        <a:blipFill>
          <a:blip xmlns:r="http://schemas.openxmlformats.org/officeDocument/2006/relationships" r:embed="rId7">
            <a:extLst>
              <a:ext uri="{837473B0-CC2E-450A-ABE3-18F120FF3D39}">
                <a1611:picAttrSrcUrl xmlns:a1611="http://schemas.microsoft.com/office/drawing/2016/11/main" r:id="rId8"/>
              </a:ext>
            </a:extLst>
          </a:blip>
          <a:srcRect/>
          <a:stretch>
            <a:fillRect/>
          </a:stretch>
        </a:blipFill>
        <a:ln>
          <a:noFill/>
        </a:ln>
      </dgm:spPr>
    </dgm:pt>
    <dgm:pt modelId="{25A6774C-64AD-41BF-BB40-1B97395D9583}" type="pres">
      <dgm:prSet presAssocID="{324A32E8-E4F5-413D-888F-8124F4E70E27}" presName="spaceRect" presStyleCnt="0"/>
      <dgm:spPr/>
    </dgm:pt>
    <dgm:pt modelId="{FE438F2E-80C8-4CD6-8DA3-6683D81DD290}" type="pres">
      <dgm:prSet presAssocID="{324A32E8-E4F5-413D-888F-8124F4E70E27}" presName="textRect" presStyleLbl="revTx" presStyleIdx="3" presStyleCnt="6">
        <dgm:presLayoutVars>
          <dgm:chMax val="1"/>
          <dgm:chPref val="1"/>
        </dgm:presLayoutVars>
      </dgm:prSet>
      <dgm:spPr/>
    </dgm:pt>
    <dgm:pt modelId="{F4558566-0759-407E-8025-9E98E2848D0D}" type="pres">
      <dgm:prSet presAssocID="{4F2A235E-7A91-43E6-BBDB-7882D16D9FA3}" presName="sibTrans" presStyleLbl="sibTrans2D1" presStyleIdx="0" presStyleCnt="0"/>
      <dgm:spPr/>
    </dgm:pt>
    <dgm:pt modelId="{080625E0-78FB-497A-82CA-FC2259ED2D50}" type="pres">
      <dgm:prSet presAssocID="{0B578317-97E6-486B-8CF9-9E24598514FE}" presName="compNode" presStyleCnt="0"/>
      <dgm:spPr/>
    </dgm:pt>
    <dgm:pt modelId="{2CA152EE-848A-417E-9035-26FBEF431E7B}" type="pres">
      <dgm:prSet presAssocID="{0B578317-97E6-486B-8CF9-9E24598514FE}" presName="iconBgRect" presStyleLbl="bgShp" presStyleIdx="4" presStyleCnt="6"/>
      <dgm:spPr/>
    </dgm:pt>
    <dgm:pt modelId="{226C6702-D850-483C-887D-71DDB5EA561A}" type="pres">
      <dgm:prSet presAssocID="{0B578317-97E6-486B-8CF9-9E24598514FE}" presName="iconRect" presStyleLbl="node1" presStyleIdx="4" presStyleCnt="6"/>
      <dgm:spPr>
        <a:blipFill>
          <a:blip xmlns:r="http://schemas.openxmlformats.org/officeDocument/2006/relationships" r:embed="rId9">
            <a:extLst>
              <a:ext uri="{837473B0-CC2E-450A-ABE3-18F120FF3D39}">
                <a1611:picAttrSrcUrl xmlns:a1611="http://schemas.microsoft.com/office/drawing/2016/11/main" r:id="rId10"/>
              </a:ext>
            </a:extLst>
          </a:blip>
          <a:srcRect/>
          <a:stretch>
            <a:fillRect t="-1000" b="-1000"/>
          </a:stretch>
        </a:blipFill>
        <a:ln>
          <a:noFill/>
        </a:ln>
      </dgm:spPr>
    </dgm:pt>
    <dgm:pt modelId="{E619B49B-549E-46E9-8DBA-5E1028AF05B2}" type="pres">
      <dgm:prSet presAssocID="{0B578317-97E6-486B-8CF9-9E24598514FE}" presName="spaceRect" presStyleCnt="0"/>
      <dgm:spPr/>
    </dgm:pt>
    <dgm:pt modelId="{F04BB8F8-E2C5-491B-AA23-DC504FA29F3F}" type="pres">
      <dgm:prSet presAssocID="{0B578317-97E6-486B-8CF9-9E24598514FE}" presName="textRect" presStyleLbl="revTx" presStyleIdx="4" presStyleCnt="6">
        <dgm:presLayoutVars>
          <dgm:chMax val="1"/>
          <dgm:chPref val="1"/>
        </dgm:presLayoutVars>
      </dgm:prSet>
      <dgm:spPr/>
    </dgm:pt>
    <dgm:pt modelId="{3BB0DB9A-3F43-4397-9241-7BC7A0C99822}" type="pres">
      <dgm:prSet presAssocID="{F921C0FE-33B2-4CE0-BCEC-F19A1E63A6AE}" presName="sibTrans" presStyleLbl="sibTrans2D1" presStyleIdx="0" presStyleCnt="0"/>
      <dgm:spPr/>
    </dgm:pt>
    <dgm:pt modelId="{EEA374C8-74AE-406E-A995-01D9349EC7D8}" type="pres">
      <dgm:prSet presAssocID="{554937BF-A793-4DF0-AF53-3D75DF1310FF}" presName="compNode" presStyleCnt="0"/>
      <dgm:spPr/>
    </dgm:pt>
    <dgm:pt modelId="{E6B75CB3-52CB-4EE5-8C3A-15E8411952BC}" type="pres">
      <dgm:prSet presAssocID="{554937BF-A793-4DF0-AF53-3D75DF1310FF}" presName="iconBgRect" presStyleLbl="bgShp" presStyleIdx="5" presStyleCnt="6"/>
      <dgm:spPr/>
    </dgm:pt>
    <dgm:pt modelId="{C1F64C25-9DC9-40C4-ACC5-27E12B51CEF4}" type="pres">
      <dgm:prSet presAssocID="{554937BF-A793-4DF0-AF53-3D75DF1310FF}" presName="iconRect" presStyleLbl="node1" presStyleIdx="5" presStyleCnt="6"/>
      <dgm:spPr>
        <a:blipFill>
          <a:blip xmlns:r="http://schemas.openxmlformats.org/officeDocument/2006/relationships" r:embed="rId11">
            <a:extLst>
              <a:ext uri="{837473B0-CC2E-450A-ABE3-18F120FF3D39}">
                <a1611:picAttrSrcUrl xmlns:a1611="http://schemas.microsoft.com/office/drawing/2016/11/main" r:id="rId12"/>
              </a:ext>
            </a:extLst>
          </a:blip>
          <a:srcRect/>
          <a:stretch>
            <a:fillRect l="-37000" r="-37000"/>
          </a:stretch>
        </a:blipFill>
        <a:ln>
          <a:noFill/>
        </a:ln>
      </dgm:spPr>
    </dgm:pt>
    <dgm:pt modelId="{65F33D19-7856-41DB-BCAD-84505A3AF42A}" type="pres">
      <dgm:prSet presAssocID="{554937BF-A793-4DF0-AF53-3D75DF1310FF}" presName="spaceRect" presStyleCnt="0"/>
      <dgm:spPr/>
    </dgm:pt>
    <dgm:pt modelId="{03C4CE4A-3C00-4D83-A370-DAD6CBC7F0D5}" type="pres">
      <dgm:prSet presAssocID="{554937BF-A793-4DF0-AF53-3D75DF1310FF}" presName="textRect" presStyleLbl="revTx" presStyleIdx="5" presStyleCnt="6">
        <dgm:presLayoutVars>
          <dgm:chMax val="1"/>
          <dgm:chPref val="1"/>
        </dgm:presLayoutVars>
      </dgm:prSet>
      <dgm:spPr/>
    </dgm:pt>
  </dgm:ptLst>
  <dgm:cxnLst>
    <dgm:cxn modelId="{497F4705-1AE7-4E50-B89D-9592BCF032B4}" type="presOf" srcId="{4F2A235E-7A91-43E6-BBDB-7882D16D9FA3}" destId="{F4558566-0759-407E-8025-9E98E2848D0D}" srcOrd="0" destOrd="0" presId="urn:microsoft.com/office/officeart/2018/2/layout/IconCircleList"/>
    <dgm:cxn modelId="{112C671A-B8F9-4B00-9365-551EA02F664B}" srcId="{06B46D87-1A96-4D8D-91B9-D0F5480641E9}" destId="{99963B38-7F1A-472B-AB67-F2CA0D34AFC8}" srcOrd="0" destOrd="0" parTransId="{8BAE196A-02DD-4EB6-94FA-2BD2271659C4}" sibTransId="{BDFF9A9C-C41A-4449-A034-F75CB9673672}"/>
    <dgm:cxn modelId="{43C50520-41FE-4AF7-A48C-541D72223F05}" srcId="{06B46D87-1A96-4D8D-91B9-D0F5480641E9}" destId="{324A32E8-E4F5-413D-888F-8124F4E70E27}" srcOrd="3" destOrd="0" parTransId="{DBD532F9-959B-4D87-AF6E-D1BC2558D952}" sibTransId="{4F2A235E-7A91-43E6-BBDB-7882D16D9FA3}"/>
    <dgm:cxn modelId="{30801B32-F3E0-4F9C-ABBE-636D4859B2BE}" srcId="{06B46D87-1A96-4D8D-91B9-D0F5480641E9}" destId="{A9612E08-8363-4261-BB0F-C7AD6FC3F7F0}" srcOrd="2" destOrd="0" parTransId="{19D546CF-58A7-4C90-9DCB-A0A3483AC6C7}" sibTransId="{E4182C46-9F29-47C6-9747-423102CCE89B}"/>
    <dgm:cxn modelId="{2E82073E-25E7-46C8-8E39-111EE8C86A6F}" type="presOf" srcId="{99963B38-7F1A-472B-AB67-F2CA0D34AFC8}" destId="{3162E9FE-76D4-4DD5-89E4-AB972E6D5B36}" srcOrd="0" destOrd="0" presId="urn:microsoft.com/office/officeart/2018/2/layout/IconCircleList"/>
    <dgm:cxn modelId="{4D325169-7A60-4F4F-B37E-E750037BACFD}" type="presOf" srcId="{E4182C46-9F29-47C6-9747-423102CCE89B}" destId="{D63868AC-35D0-4DE1-9EF6-BA7587E5843A}" srcOrd="0" destOrd="0" presId="urn:microsoft.com/office/officeart/2018/2/layout/IconCircleList"/>
    <dgm:cxn modelId="{914DC850-DB5E-4F36-A642-AD14B51866C4}" srcId="{06B46D87-1A96-4D8D-91B9-D0F5480641E9}" destId="{554937BF-A793-4DF0-AF53-3D75DF1310FF}" srcOrd="5" destOrd="0" parTransId="{87D2E66B-876E-4CCC-A173-573E9EBE85AC}" sibTransId="{446DB9F7-7CEA-4762-9A29-C331B6EE2447}"/>
    <dgm:cxn modelId="{527E0551-656C-4ABA-9862-53434533D409}" srcId="{06B46D87-1A96-4D8D-91B9-D0F5480641E9}" destId="{2A5035F3-BA33-41AC-8519-DBDB6E8574A5}" srcOrd="1" destOrd="0" parTransId="{D8FAA81E-7009-4354-9A11-0EA0668BDF42}" sibTransId="{E3B45FD1-2819-4DEE-AE9B-A0A93AABFD6B}"/>
    <dgm:cxn modelId="{58B3B77F-664B-497D-9B8C-F1A62273527C}" type="presOf" srcId="{E3B45FD1-2819-4DEE-AE9B-A0A93AABFD6B}" destId="{97C3F260-E46F-4E71-8CD7-E7A9A01183EB}" srcOrd="0" destOrd="0" presId="urn:microsoft.com/office/officeart/2018/2/layout/IconCircleList"/>
    <dgm:cxn modelId="{9BB98C8B-4898-4DE9-9966-DAD671E746C6}" type="presOf" srcId="{BDFF9A9C-C41A-4449-A034-F75CB9673672}" destId="{545441FA-EF2E-4722-B84F-4D2ED1AA7242}" srcOrd="0" destOrd="0" presId="urn:microsoft.com/office/officeart/2018/2/layout/IconCircleList"/>
    <dgm:cxn modelId="{1FE9128F-4BB7-4AEB-AD18-6096B7EB46EB}" type="presOf" srcId="{06B46D87-1A96-4D8D-91B9-D0F5480641E9}" destId="{B98B76EC-71E6-4C87-92CF-A318B3F02DA2}" srcOrd="0" destOrd="0" presId="urn:microsoft.com/office/officeart/2018/2/layout/IconCircleList"/>
    <dgm:cxn modelId="{0221E49C-23B1-4400-ACFD-CF5BDAC4D751}" type="presOf" srcId="{F921C0FE-33B2-4CE0-BCEC-F19A1E63A6AE}" destId="{3BB0DB9A-3F43-4397-9241-7BC7A0C99822}" srcOrd="0" destOrd="0" presId="urn:microsoft.com/office/officeart/2018/2/layout/IconCircleList"/>
    <dgm:cxn modelId="{31D03CAB-87B4-45B2-928C-59B8AB803CA6}" type="presOf" srcId="{0B578317-97E6-486B-8CF9-9E24598514FE}" destId="{F04BB8F8-E2C5-491B-AA23-DC504FA29F3F}" srcOrd="0" destOrd="0" presId="urn:microsoft.com/office/officeart/2018/2/layout/IconCircleList"/>
    <dgm:cxn modelId="{0380ABAC-6BB3-4A3D-B080-72D50C137EF8}" type="presOf" srcId="{554937BF-A793-4DF0-AF53-3D75DF1310FF}" destId="{03C4CE4A-3C00-4D83-A370-DAD6CBC7F0D5}" srcOrd="0" destOrd="0" presId="urn:microsoft.com/office/officeart/2018/2/layout/IconCircleList"/>
    <dgm:cxn modelId="{5EFB5AB5-4D0B-49E4-AE29-EECFDB0C958F}" srcId="{06B46D87-1A96-4D8D-91B9-D0F5480641E9}" destId="{0B578317-97E6-486B-8CF9-9E24598514FE}" srcOrd="4" destOrd="0" parTransId="{BA306626-0B2A-4E6D-8E97-8F630E8628DA}" sibTransId="{F921C0FE-33B2-4CE0-BCEC-F19A1E63A6AE}"/>
    <dgm:cxn modelId="{BD6AC5B9-86DB-4B68-9D39-385F2796C5B5}" type="presOf" srcId="{A9612E08-8363-4261-BB0F-C7AD6FC3F7F0}" destId="{E505EB62-7B8B-450F-AE16-444816B0E13F}" srcOrd="0" destOrd="0" presId="urn:microsoft.com/office/officeart/2018/2/layout/IconCircleList"/>
    <dgm:cxn modelId="{29B1D1CD-E063-4CFA-9ACB-FF6A02C33477}" type="presOf" srcId="{2A5035F3-BA33-41AC-8519-DBDB6E8574A5}" destId="{B4CF9E22-5957-4E49-A122-9590851AC331}" srcOrd="0" destOrd="0" presId="urn:microsoft.com/office/officeart/2018/2/layout/IconCircleList"/>
    <dgm:cxn modelId="{F229ACF8-EF1F-4936-8E50-E58486481ED8}" type="presOf" srcId="{324A32E8-E4F5-413D-888F-8124F4E70E27}" destId="{FE438F2E-80C8-4CD6-8DA3-6683D81DD290}" srcOrd="0" destOrd="0" presId="urn:microsoft.com/office/officeart/2018/2/layout/IconCircleList"/>
    <dgm:cxn modelId="{18BB41AB-A331-4DF0-BAA7-C5982E236F54}" type="presParOf" srcId="{B98B76EC-71E6-4C87-92CF-A318B3F02DA2}" destId="{E7889672-FD4C-4765-B855-6551FDFD9E20}" srcOrd="0" destOrd="0" presId="urn:microsoft.com/office/officeart/2018/2/layout/IconCircleList"/>
    <dgm:cxn modelId="{E1011B75-E453-4F9B-98A7-7C56A5CC8161}" type="presParOf" srcId="{E7889672-FD4C-4765-B855-6551FDFD9E20}" destId="{7633A635-A7EA-48B1-B7B0-A375D14679EA}" srcOrd="0" destOrd="0" presId="urn:microsoft.com/office/officeart/2018/2/layout/IconCircleList"/>
    <dgm:cxn modelId="{842EACC0-19DE-4402-BC65-345898B7DC47}" type="presParOf" srcId="{7633A635-A7EA-48B1-B7B0-A375D14679EA}" destId="{81A82BCE-09E1-4FC9-B8E4-5D9F722F3A8E}" srcOrd="0" destOrd="0" presId="urn:microsoft.com/office/officeart/2018/2/layout/IconCircleList"/>
    <dgm:cxn modelId="{7DAA3CD0-7FFF-4449-8118-6AF83926B293}" type="presParOf" srcId="{7633A635-A7EA-48B1-B7B0-A375D14679EA}" destId="{00BB1F38-68E1-42DD-A552-3FAC3075A7BB}" srcOrd="1" destOrd="0" presId="urn:microsoft.com/office/officeart/2018/2/layout/IconCircleList"/>
    <dgm:cxn modelId="{60D94597-7091-4E92-94EC-533E4863E2CD}" type="presParOf" srcId="{7633A635-A7EA-48B1-B7B0-A375D14679EA}" destId="{2A902A26-2C4F-4087-ABAE-F09FBEFB1B52}" srcOrd="2" destOrd="0" presId="urn:microsoft.com/office/officeart/2018/2/layout/IconCircleList"/>
    <dgm:cxn modelId="{25DA2960-8E72-47ED-8926-2267CAB866B3}" type="presParOf" srcId="{7633A635-A7EA-48B1-B7B0-A375D14679EA}" destId="{3162E9FE-76D4-4DD5-89E4-AB972E6D5B36}" srcOrd="3" destOrd="0" presId="urn:microsoft.com/office/officeart/2018/2/layout/IconCircleList"/>
    <dgm:cxn modelId="{E0E5C8EB-8C43-4BAB-A069-90992565DA8B}" type="presParOf" srcId="{E7889672-FD4C-4765-B855-6551FDFD9E20}" destId="{545441FA-EF2E-4722-B84F-4D2ED1AA7242}" srcOrd="1" destOrd="0" presId="urn:microsoft.com/office/officeart/2018/2/layout/IconCircleList"/>
    <dgm:cxn modelId="{FCD13BCB-2B8A-494E-98A0-103F2B2A2C55}" type="presParOf" srcId="{E7889672-FD4C-4765-B855-6551FDFD9E20}" destId="{D523F68D-36CF-45C5-92C3-611611AEE9D9}" srcOrd="2" destOrd="0" presId="urn:microsoft.com/office/officeart/2018/2/layout/IconCircleList"/>
    <dgm:cxn modelId="{F9D5F67E-9AED-42A5-8246-A0AD3E7909F7}" type="presParOf" srcId="{D523F68D-36CF-45C5-92C3-611611AEE9D9}" destId="{73AB9D72-3F44-4247-824C-A7423B31224F}" srcOrd="0" destOrd="0" presId="urn:microsoft.com/office/officeart/2018/2/layout/IconCircleList"/>
    <dgm:cxn modelId="{27469D59-292F-44FF-A51B-EFADC3A04F73}" type="presParOf" srcId="{D523F68D-36CF-45C5-92C3-611611AEE9D9}" destId="{B35FC353-2E0B-4938-B05C-9809483F26AC}" srcOrd="1" destOrd="0" presId="urn:microsoft.com/office/officeart/2018/2/layout/IconCircleList"/>
    <dgm:cxn modelId="{C58FBD4C-D655-4A44-B67C-1C47262E1D2D}" type="presParOf" srcId="{D523F68D-36CF-45C5-92C3-611611AEE9D9}" destId="{9289F1EC-F178-4704-BB8F-8888337D0401}" srcOrd="2" destOrd="0" presId="urn:microsoft.com/office/officeart/2018/2/layout/IconCircleList"/>
    <dgm:cxn modelId="{D7510135-2721-43BC-94A6-BEA73C6FB5A5}" type="presParOf" srcId="{D523F68D-36CF-45C5-92C3-611611AEE9D9}" destId="{B4CF9E22-5957-4E49-A122-9590851AC331}" srcOrd="3" destOrd="0" presId="urn:microsoft.com/office/officeart/2018/2/layout/IconCircleList"/>
    <dgm:cxn modelId="{64F6C868-1EC4-405D-BC7B-2454800051D9}" type="presParOf" srcId="{E7889672-FD4C-4765-B855-6551FDFD9E20}" destId="{97C3F260-E46F-4E71-8CD7-E7A9A01183EB}" srcOrd="3" destOrd="0" presId="urn:microsoft.com/office/officeart/2018/2/layout/IconCircleList"/>
    <dgm:cxn modelId="{03711D16-B22D-41B7-A46D-70858F09F923}" type="presParOf" srcId="{E7889672-FD4C-4765-B855-6551FDFD9E20}" destId="{CB7F363F-EEB4-47DD-AFED-B5A7D4722AEE}" srcOrd="4" destOrd="0" presId="urn:microsoft.com/office/officeart/2018/2/layout/IconCircleList"/>
    <dgm:cxn modelId="{9EA0CCEB-2CFE-4523-A32A-C211C04D5480}" type="presParOf" srcId="{CB7F363F-EEB4-47DD-AFED-B5A7D4722AEE}" destId="{67C347C8-AB09-41F4-8747-C78BB29966B8}" srcOrd="0" destOrd="0" presId="urn:microsoft.com/office/officeart/2018/2/layout/IconCircleList"/>
    <dgm:cxn modelId="{3153ECC9-A388-4584-A832-8E89C1CC6BF5}" type="presParOf" srcId="{CB7F363F-EEB4-47DD-AFED-B5A7D4722AEE}" destId="{2176B2EA-295B-413C-B880-4355604D6C55}" srcOrd="1" destOrd="0" presId="urn:microsoft.com/office/officeart/2018/2/layout/IconCircleList"/>
    <dgm:cxn modelId="{09F594A7-EF0F-4291-8ED5-735A941F6BA0}" type="presParOf" srcId="{CB7F363F-EEB4-47DD-AFED-B5A7D4722AEE}" destId="{CE09F7CE-0687-4939-823E-B07D198A03A6}" srcOrd="2" destOrd="0" presId="urn:microsoft.com/office/officeart/2018/2/layout/IconCircleList"/>
    <dgm:cxn modelId="{643D3384-8D0D-428B-B513-003FDA669F08}" type="presParOf" srcId="{CB7F363F-EEB4-47DD-AFED-B5A7D4722AEE}" destId="{E505EB62-7B8B-450F-AE16-444816B0E13F}" srcOrd="3" destOrd="0" presId="urn:microsoft.com/office/officeart/2018/2/layout/IconCircleList"/>
    <dgm:cxn modelId="{8C632D8A-26EC-4E66-848A-E009FFAA6C8C}" type="presParOf" srcId="{E7889672-FD4C-4765-B855-6551FDFD9E20}" destId="{D63868AC-35D0-4DE1-9EF6-BA7587E5843A}" srcOrd="5" destOrd="0" presId="urn:microsoft.com/office/officeart/2018/2/layout/IconCircleList"/>
    <dgm:cxn modelId="{C50E2FC9-8178-4C25-B00B-D1AA04DCD2A2}" type="presParOf" srcId="{E7889672-FD4C-4765-B855-6551FDFD9E20}" destId="{86D274F6-ECAB-491A-8FB7-2A26CA65B06F}" srcOrd="6" destOrd="0" presId="urn:microsoft.com/office/officeart/2018/2/layout/IconCircleList"/>
    <dgm:cxn modelId="{EB2DE3BF-0E5E-49AF-B1C4-6065FFC9DCEF}" type="presParOf" srcId="{86D274F6-ECAB-491A-8FB7-2A26CA65B06F}" destId="{3382278C-EC66-4774-960D-04117EF4182A}" srcOrd="0" destOrd="0" presId="urn:microsoft.com/office/officeart/2018/2/layout/IconCircleList"/>
    <dgm:cxn modelId="{8DE4ACB7-6E5B-4F08-AD6A-22BDB77BCFF0}" type="presParOf" srcId="{86D274F6-ECAB-491A-8FB7-2A26CA65B06F}" destId="{FBA4E9A3-BE39-4598-AEAF-A94B6263B517}" srcOrd="1" destOrd="0" presId="urn:microsoft.com/office/officeart/2018/2/layout/IconCircleList"/>
    <dgm:cxn modelId="{7E84ABA5-5646-49DA-B7FE-F285C3DFA9F2}" type="presParOf" srcId="{86D274F6-ECAB-491A-8FB7-2A26CA65B06F}" destId="{25A6774C-64AD-41BF-BB40-1B97395D9583}" srcOrd="2" destOrd="0" presId="urn:microsoft.com/office/officeart/2018/2/layout/IconCircleList"/>
    <dgm:cxn modelId="{35294667-0C38-4127-89FC-BA7160BC16ED}" type="presParOf" srcId="{86D274F6-ECAB-491A-8FB7-2A26CA65B06F}" destId="{FE438F2E-80C8-4CD6-8DA3-6683D81DD290}" srcOrd="3" destOrd="0" presId="urn:microsoft.com/office/officeart/2018/2/layout/IconCircleList"/>
    <dgm:cxn modelId="{BA114C28-960F-4BD0-92AC-71B331EC7882}" type="presParOf" srcId="{E7889672-FD4C-4765-B855-6551FDFD9E20}" destId="{F4558566-0759-407E-8025-9E98E2848D0D}" srcOrd="7" destOrd="0" presId="urn:microsoft.com/office/officeart/2018/2/layout/IconCircleList"/>
    <dgm:cxn modelId="{215685CB-2B8A-49B9-AE3F-2A89E0C6C2CE}" type="presParOf" srcId="{E7889672-FD4C-4765-B855-6551FDFD9E20}" destId="{080625E0-78FB-497A-82CA-FC2259ED2D50}" srcOrd="8" destOrd="0" presId="urn:microsoft.com/office/officeart/2018/2/layout/IconCircleList"/>
    <dgm:cxn modelId="{7E1370E2-D469-408A-A196-4D6413CF3679}" type="presParOf" srcId="{080625E0-78FB-497A-82CA-FC2259ED2D50}" destId="{2CA152EE-848A-417E-9035-26FBEF431E7B}" srcOrd="0" destOrd="0" presId="urn:microsoft.com/office/officeart/2018/2/layout/IconCircleList"/>
    <dgm:cxn modelId="{B0FBAEB0-1E5A-4BBB-BD4E-F72273869E7F}" type="presParOf" srcId="{080625E0-78FB-497A-82CA-FC2259ED2D50}" destId="{226C6702-D850-483C-887D-71DDB5EA561A}" srcOrd="1" destOrd="0" presId="urn:microsoft.com/office/officeart/2018/2/layout/IconCircleList"/>
    <dgm:cxn modelId="{09AFC409-9678-436A-B450-5E88D49E325C}" type="presParOf" srcId="{080625E0-78FB-497A-82CA-FC2259ED2D50}" destId="{E619B49B-549E-46E9-8DBA-5E1028AF05B2}" srcOrd="2" destOrd="0" presId="urn:microsoft.com/office/officeart/2018/2/layout/IconCircleList"/>
    <dgm:cxn modelId="{B2A494EB-A548-4815-96F4-052A89B6379D}" type="presParOf" srcId="{080625E0-78FB-497A-82CA-FC2259ED2D50}" destId="{F04BB8F8-E2C5-491B-AA23-DC504FA29F3F}" srcOrd="3" destOrd="0" presId="urn:microsoft.com/office/officeart/2018/2/layout/IconCircleList"/>
    <dgm:cxn modelId="{A3588950-2CF2-4D64-A9CF-2FE26AC7DE01}" type="presParOf" srcId="{E7889672-FD4C-4765-B855-6551FDFD9E20}" destId="{3BB0DB9A-3F43-4397-9241-7BC7A0C99822}" srcOrd="9" destOrd="0" presId="urn:microsoft.com/office/officeart/2018/2/layout/IconCircleList"/>
    <dgm:cxn modelId="{BC330301-BD2E-4CFF-A432-56C14F660AAC}" type="presParOf" srcId="{E7889672-FD4C-4765-B855-6551FDFD9E20}" destId="{EEA374C8-74AE-406E-A995-01D9349EC7D8}" srcOrd="10" destOrd="0" presId="urn:microsoft.com/office/officeart/2018/2/layout/IconCircleList"/>
    <dgm:cxn modelId="{FA1F3F2D-9705-4E5E-821F-88285191B5D2}" type="presParOf" srcId="{EEA374C8-74AE-406E-A995-01D9349EC7D8}" destId="{E6B75CB3-52CB-4EE5-8C3A-15E8411952BC}" srcOrd="0" destOrd="0" presId="urn:microsoft.com/office/officeart/2018/2/layout/IconCircleList"/>
    <dgm:cxn modelId="{7D86622F-8DC1-4F2C-B98E-CCBDA9429972}" type="presParOf" srcId="{EEA374C8-74AE-406E-A995-01D9349EC7D8}" destId="{C1F64C25-9DC9-40C4-ACC5-27E12B51CEF4}" srcOrd="1" destOrd="0" presId="urn:microsoft.com/office/officeart/2018/2/layout/IconCircleList"/>
    <dgm:cxn modelId="{AB73DF9C-1D21-4AB7-9890-3014CCE80AF1}" type="presParOf" srcId="{EEA374C8-74AE-406E-A995-01D9349EC7D8}" destId="{65F33D19-7856-41DB-BCAD-84505A3AF42A}" srcOrd="2" destOrd="0" presId="urn:microsoft.com/office/officeart/2018/2/layout/IconCircleList"/>
    <dgm:cxn modelId="{1F25951B-907D-41CA-9F01-FE785F8FB338}" type="presParOf" srcId="{EEA374C8-74AE-406E-A995-01D9349EC7D8}" destId="{03C4CE4A-3C00-4D83-A370-DAD6CBC7F0D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A82BCE-09E1-4FC9-B8E4-5D9F722F3A8E}">
      <dsp:nvSpPr>
        <dsp:cNvPr id="0" name=""/>
        <dsp:cNvSpPr/>
      </dsp:nvSpPr>
      <dsp:spPr>
        <a:xfrm>
          <a:off x="82613" y="90855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BB1F38-68E1-42DD-A552-3FAC3075A7BB}">
      <dsp:nvSpPr>
        <dsp:cNvPr id="0" name=""/>
        <dsp:cNvSpPr/>
      </dsp:nvSpPr>
      <dsp:spPr>
        <a:xfrm>
          <a:off x="271034" y="1096980"/>
          <a:ext cx="520402" cy="520402"/>
        </a:xfrm>
        <a:prstGeom prst="rect">
          <a:avLst/>
        </a:prstGeom>
        <a:blipFill>
          <a:blip xmlns:r="http://schemas.openxmlformats.org/officeDocument/2006/relationships" r:embed="rId1">
            <a:extLst>
              <a:ext uri="{837473B0-CC2E-450A-ABE3-18F120FF3D39}">
                <a1611:picAttrSrcUrl xmlns:a1611="http://schemas.microsoft.com/office/drawing/2016/11/main" r:id="rId2"/>
              </a:ext>
            </a:extLst>
          </a:blip>
          <a:srcRect/>
          <a:stretch>
            <a:fillRect l="-39000" r="-39000"/>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62E9FE-76D4-4DD5-89E4-AB972E6D5B36}">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Frontend – React</a:t>
          </a:r>
          <a:r>
            <a:rPr lang="en-US" sz="1200" kern="1200"/>
            <a:t> : création de l’interface utilisateur et affichage des données. </a:t>
          </a:r>
        </a:p>
      </dsp:txBody>
      <dsp:txXfrm>
        <a:off x="1172126" y="908559"/>
        <a:ext cx="2114937" cy="897246"/>
      </dsp:txXfrm>
    </dsp:sp>
    <dsp:sp modelId="{73AB9D72-3F44-4247-824C-A7423B31224F}">
      <dsp:nvSpPr>
        <dsp:cNvPr id="0" name=""/>
        <dsp:cNvSpPr/>
      </dsp:nvSpPr>
      <dsp:spPr>
        <a:xfrm>
          <a:off x="3655575" y="90855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5FC353-2E0B-4938-B05C-9809483F26AC}">
      <dsp:nvSpPr>
        <dsp:cNvPr id="0" name=""/>
        <dsp:cNvSpPr/>
      </dsp:nvSpPr>
      <dsp:spPr>
        <a:xfrm>
          <a:off x="3843996" y="1096980"/>
          <a:ext cx="520402" cy="520402"/>
        </a:xfrm>
        <a:prstGeom prst="rect">
          <a:avLst/>
        </a:prstGeom>
        <a:blipFill>
          <a:blip xmlns:r="http://schemas.openxmlformats.org/officeDocument/2006/relationships" r:embed="rId3">
            <a:extLst>
              <a:ext uri="{837473B0-CC2E-450A-ABE3-18F120FF3D39}">
                <a1611:picAttrSrcUrl xmlns:a1611="http://schemas.microsoft.com/office/drawing/2016/11/main" r:i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CF9E22-5957-4E49-A122-9590851AC331}">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Backend – ASP.NET Core</a:t>
          </a:r>
          <a:r>
            <a:rPr lang="en-US" sz="1200" kern="1200"/>
            <a:t> : gestion de la logique métier et des échanges entre les différents composants. </a:t>
          </a:r>
        </a:p>
      </dsp:txBody>
      <dsp:txXfrm>
        <a:off x="4745088" y="908559"/>
        <a:ext cx="2114937" cy="897246"/>
      </dsp:txXfrm>
    </dsp:sp>
    <dsp:sp modelId="{67C347C8-AB09-41F4-8747-C78BB29966B8}">
      <dsp:nvSpPr>
        <dsp:cNvPr id="0" name=""/>
        <dsp:cNvSpPr/>
      </dsp:nvSpPr>
      <dsp:spPr>
        <a:xfrm>
          <a:off x="7228536" y="90855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76B2EA-295B-413C-B880-4355604D6C55}">
      <dsp:nvSpPr>
        <dsp:cNvPr id="0" name=""/>
        <dsp:cNvSpPr/>
      </dsp:nvSpPr>
      <dsp:spPr>
        <a:xfrm>
          <a:off x="7416958" y="1096980"/>
          <a:ext cx="520402" cy="520402"/>
        </a:xfrm>
        <a:prstGeom prst="rect">
          <a:avLst/>
        </a:prstGeom>
        <a:blipFill>
          <a:blip xmlns:r="http://schemas.openxmlformats.org/officeDocument/2006/relationships" r:embed="rId5">
            <a:extLst>
              <a:ext uri="{837473B0-CC2E-450A-ABE3-18F120FF3D39}">
                <a1611:picAttrSrcUrl xmlns:a1611="http://schemas.microsoft.com/office/drawing/2016/11/main" r:id="rId6"/>
              </a:ext>
            </a:extLst>
          </a:blip>
          <a:srcRect/>
          <a:stretch>
            <a:fillRect l="-11000" r="-11000"/>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05EB62-7B8B-450F-AE16-444816B0E13F}">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Base de données – SQL Server</a:t>
          </a:r>
          <a:r>
            <a:rPr lang="en-US" sz="1200" kern="1200"/>
            <a:t> : stockage et gestion des données relatives aux articles, stocks et mouvements. </a:t>
          </a:r>
        </a:p>
      </dsp:txBody>
      <dsp:txXfrm>
        <a:off x="8318049" y="908559"/>
        <a:ext cx="2114937" cy="897246"/>
      </dsp:txXfrm>
    </dsp:sp>
    <dsp:sp modelId="{3382278C-EC66-4774-960D-04117EF4182A}">
      <dsp:nvSpPr>
        <dsp:cNvPr id="0" name=""/>
        <dsp:cNvSpPr/>
      </dsp:nvSpPr>
      <dsp:spPr>
        <a:xfrm>
          <a:off x="82613" y="2545532"/>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A4E9A3-BE39-4598-AEAF-A94B6263B517}">
      <dsp:nvSpPr>
        <dsp:cNvPr id="0" name=""/>
        <dsp:cNvSpPr/>
      </dsp:nvSpPr>
      <dsp:spPr>
        <a:xfrm>
          <a:off x="271034" y="2733954"/>
          <a:ext cx="520402" cy="520402"/>
        </a:xfrm>
        <a:prstGeom prst="rect">
          <a:avLst/>
        </a:prstGeom>
        <a:blipFill>
          <a:blip xmlns:r="http://schemas.openxmlformats.org/officeDocument/2006/relationships" r:embed="rId7">
            <a:extLst>
              <a:ext uri="{837473B0-CC2E-450A-ABE3-18F120FF3D39}">
                <a1611:picAttrSrcUrl xmlns:a1611="http://schemas.microsoft.com/office/drawing/2016/11/main" r:i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438F2E-80C8-4CD6-8DA3-6683D81DD290}">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Accès aux données – Entity Framework Core</a:t>
          </a:r>
          <a:r>
            <a:rPr lang="en-US" sz="1200" kern="1200"/>
            <a:t> : communication entre l’API et la base de données SQL Server. </a:t>
          </a:r>
        </a:p>
      </dsp:txBody>
      <dsp:txXfrm>
        <a:off x="1172126" y="2545532"/>
        <a:ext cx="2114937" cy="897246"/>
      </dsp:txXfrm>
    </dsp:sp>
    <dsp:sp modelId="{2CA152EE-848A-417E-9035-26FBEF431E7B}">
      <dsp:nvSpPr>
        <dsp:cNvPr id="0" name=""/>
        <dsp:cNvSpPr/>
      </dsp:nvSpPr>
      <dsp:spPr>
        <a:xfrm>
          <a:off x="3655575" y="2545532"/>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6C6702-D850-483C-887D-71DDB5EA561A}">
      <dsp:nvSpPr>
        <dsp:cNvPr id="0" name=""/>
        <dsp:cNvSpPr/>
      </dsp:nvSpPr>
      <dsp:spPr>
        <a:xfrm>
          <a:off x="3843996" y="2733954"/>
          <a:ext cx="520402" cy="520402"/>
        </a:xfrm>
        <a:prstGeom prst="rect">
          <a:avLst/>
        </a:prstGeom>
        <a:blipFill>
          <a:blip xmlns:r="http://schemas.openxmlformats.org/officeDocument/2006/relationships" r:embed="rId9">
            <a:extLst>
              <a:ext uri="{837473B0-CC2E-450A-ABE3-18F120FF3D39}">
                <a1611:picAttrSrcUrl xmlns:a1611="http://schemas.microsoft.com/office/drawing/2016/11/main" r:id="rId10"/>
              </a:ext>
            </a:extLst>
          </a:blip>
          <a:srcRect/>
          <a:stretch>
            <a:fillRect t="-1000" b="-1000"/>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4BB8F8-E2C5-491B-AA23-DC504FA29F3F}">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Prévision – Python</a:t>
          </a:r>
          <a:r>
            <a:rPr lang="en-US" sz="1200" kern="1200"/>
            <a:t> : traitement des données historiques et génération des prévisions de stock. </a:t>
          </a:r>
        </a:p>
      </dsp:txBody>
      <dsp:txXfrm>
        <a:off x="4745088" y="2545532"/>
        <a:ext cx="2114937" cy="897246"/>
      </dsp:txXfrm>
    </dsp:sp>
    <dsp:sp modelId="{E6B75CB3-52CB-4EE5-8C3A-15E8411952BC}">
      <dsp:nvSpPr>
        <dsp:cNvPr id="0" name=""/>
        <dsp:cNvSpPr/>
      </dsp:nvSpPr>
      <dsp:spPr>
        <a:xfrm>
          <a:off x="7228536" y="2545532"/>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F64C25-9DC9-40C4-ACC5-27E12B51CEF4}">
      <dsp:nvSpPr>
        <dsp:cNvPr id="0" name=""/>
        <dsp:cNvSpPr/>
      </dsp:nvSpPr>
      <dsp:spPr>
        <a:xfrm>
          <a:off x="7416958" y="2733954"/>
          <a:ext cx="520402" cy="520402"/>
        </a:xfrm>
        <a:prstGeom prst="rect">
          <a:avLst/>
        </a:prstGeom>
        <a:blipFill>
          <a:blip xmlns:r="http://schemas.openxmlformats.org/officeDocument/2006/relationships" r:embed="rId11">
            <a:extLst>
              <a:ext uri="{837473B0-CC2E-450A-ABE3-18F120FF3D39}">
                <a1611:picAttrSrcUrl xmlns:a1611="http://schemas.microsoft.com/office/drawing/2016/11/main" r:id="rId12"/>
              </a:ext>
            </a:extLst>
          </a:blip>
          <a:srcRect/>
          <a:stretch>
            <a:fillRect l="-37000" r="-37000"/>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C4CE4A-3C00-4D83-A370-DAD6CBC7F0D5}">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Importation – CSV / XLSX</a:t>
          </a:r>
          <a:r>
            <a:rPr lang="en-US" sz="1200" kern="1200"/>
            <a:t> : intégration de données historiques et de mouvements de stock.</a:t>
          </a:r>
        </a:p>
      </dsp:txBody>
      <dsp:txXfrm>
        <a:off x="8318049" y="254553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6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4C79AE-0741-AB96-8F89-F78A521E683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7486EF58-8B6B-88A2-081F-0F3E450053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DC7D5040-DF01-1C9F-3B2C-E0A7E8B79C67}"/>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5" name="Espace réservé du pied de page 4">
            <a:extLst>
              <a:ext uri="{FF2B5EF4-FFF2-40B4-BE49-F238E27FC236}">
                <a16:creationId xmlns:a16="http://schemas.microsoft.com/office/drawing/2014/main" id="{58500EB6-FD1E-B3CA-7E20-11007FB36777}"/>
              </a:ext>
            </a:extLst>
          </p:cNvPr>
          <p:cNvSpPr>
            <a:spLocks noGrp="1"/>
          </p:cNvSpPr>
          <p:nvPr>
            <p:ph type="ftr" sz="quarter" idx="11"/>
          </p:nvPr>
        </p:nvSpPr>
        <p:spPr/>
        <p:txBody>
          <a:bodyPr/>
          <a:lstStyle/>
          <a:p>
            <a:endParaRPr lang="en-MA"/>
          </a:p>
        </p:txBody>
      </p:sp>
      <p:sp>
        <p:nvSpPr>
          <p:cNvPr id="6" name="Espace réservé du numéro de diapositive 5">
            <a:extLst>
              <a:ext uri="{FF2B5EF4-FFF2-40B4-BE49-F238E27FC236}">
                <a16:creationId xmlns:a16="http://schemas.microsoft.com/office/drawing/2014/main" id="{3AFC584D-6558-BAF3-0A98-3776844FD43A}"/>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1178144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D3F94B-4C20-B3D9-F403-6EA663132153}"/>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635F11AB-BB04-944D-D1EA-B5CDA15BFB2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5200782F-F78F-94D8-EE32-F19926012E33}"/>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5" name="Espace réservé du pied de page 4">
            <a:extLst>
              <a:ext uri="{FF2B5EF4-FFF2-40B4-BE49-F238E27FC236}">
                <a16:creationId xmlns:a16="http://schemas.microsoft.com/office/drawing/2014/main" id="{8DBC5D26-B7DA-A63D-F5CF-1767B149606E}"/>
              </a:ext>
            </a:extLst>
          </p:cNvPr>
          <p:cNvSpPr>
            <a:spLocks noGrp="1"/>
          </p:cNvSpPr>
          <p:nvPr>
            <p:ph type="ftr" sz="quarter" idx="11"/>
          </p:nvPr>
        </p:nvSpPr>
        <p:spPr/>
        <p:txBody>
          <a:bodyPr/>
          <a:lstStyle/>
          <a:p>
            <a:endParaRPr lang="en-MA"/>
          </a:p>
        </p:txBody>
      </p:sp>
      <p:sp>
        <p:nvSpPr>
          <p:cNvPr id="6" name="Espace réservé du numéro de diapositive 5">
            <a:extLst>
              <a:ext uri="{FF2B5EF4-FFF2-40B4-BE49-F238E27FC236}">
                <a16:creationId xmlns:a16="http://schemas.microsoft.com/office/drawing/2014/main" id="{AB5A8D13-217D-CD59-B9BE-07C13453FDD2}"/>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378776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4646F3-1F7C-6D0A-8A0A-98CA1432D46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6945798C-DDEB-51FD-A08F-0971DD7404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F81FDBC-9508-20C5-ED1E-891946F931A4}"/>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5" name="Espace réservé du pied de page 4">
            <a:extLst>
              <a:ext uri="{FF2B5EF4-FFF2-40B4-BE49-F238E27FC236}">
                <a16:creationId xmlns:a16="http://schemas.microsoft.com/office/drawing/2014/main" id="{6321A32C-78F7-139B-B93A-2FC41F21F557}"/>
              </a:ext>
            </a:extLst>
          </p:cNvPr>
          <p:cNvSpPr>
            <a:spLocks noGrp="1"/>
          </p:cNvSpPr>
          <p:nvPr>
            <p:ph type="ftr" sz="quarter" idx="11"/>
          </p:nvPr>
        </p:nvSpPr>
        <p:spPr/>
        <p:txBody>
          <a:bodyPr/>
          <a:lstStyle/>
          <a:p>
            <a:endParaRPr lang="en-MA"/>
          </a:p>
        </p:txBody>
      </p:sp>
      <p:sp>
        <p:nvSpPr>
          <p:cNvPr id="6" name="Espace réservé du numéro de diapositive 5">
            <a:extLst>
              <a:ext uri="{FF2B5EF4-FFF2-40B4-BE49-F238E27FC236}">
                <a16:creationId xmlns:a16="http://schemas.microsoft.com/office/drawing/2014/main" id="{F0C781CF-BBB3-7FC6-E619-8B11CA0FA757}"/>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2262323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467C75-CDA2-E419-07FB-0AC13E20B7DF}"/>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90F3A34A-87AD-A874-F65B-011611DE090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BDCA8784-D108-7CBE-EFE4-0E1EA2E7D52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2224CD99-1210-4AB6-FFE0-35DCCDE52355}"/>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6" name="Espace réservé du pied de page 5">
            <a:extLst>
              <a:ext uri="{FF2B5EF4-FFF2-40B4-BE49-F238E27FC236}">
                <a16:creationId xmlns:a16="http://schemas.microsoft.com/office/drawing/2014/main" id="{024FF9D8-E784-E06E-D02F-57D0C3839063}"/>
              </a:ext>
            </a:extLst>
          </p:cNvPr>
          <p:cNvSpPr>
            <a:spLocks noGrp="1"/>
          </p:cNvSpPr>
          <p:nvPr>
            <p:ph type="ftr" sz="quarter" idx="11"/>
          </p:nvPr>
        </p:nvSpPr>
        <p:spPr/>
        <p:txBody>
          <a:bodyPr/>
          <a:lstStyle/>
          <a:p>
            <a:endParaRPr lang="en-MA"/>
          </a:p>
        </p:txBody>
      </p:sp>
      <p:sp>
        <p:nvSpPr>
          <p:cNvPr id="7" name="Espace réservé du numéro de diapositive 6">
            <a:extLst>
              <a:ext uri="{FF2B5EF4-FFF2-40B4-BE49-F238E27FC236}">
                <a16:creationId xmlns:a16="http://schemas.microsoft.com/office/drawing/2014/main" id="{7E9D4728-FD48-1AB9-7FA0-0EEC427F48D9}"/>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1460958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5A5F9A-E2EB-4D77-D24B-9FA2B1E6D0EE}"/>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F0893CCD-869A-DAF9-60CD-9D4AA02B68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5D2FE90-55EF-98F9-D2BD-77ECBB99C73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CD191638-780D-EDF1-281C-D133C2DC87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91C147A-F206-34A6-4A61-88161436F12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F28EA918-B3A6-98E6-60A8-F77DFB085E5C}"/>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8" name="Espace réservé du pied de page 7">
            <a:extLst>
              <a:ext uri="{FF2B5EF4-FFF2-40B4-BE49-F238E27FC236}">
                <a16:creationId xmlns:a16="http://schemas.microsoft.com/office/drawing/2014/main" id="{A9DF947D-75EE-CA37-3887-AA4B004BB4A1}"/>
              </a:ext>
            </a:extLst>
          </p:cNvPr>
          <p:cNvSpPr>
            <a:spLocks noGrp="1"/>
          </p:cNvSpPr>
          <p:nvPr>
            <p:ph type="ftr" sz="quarter" idx="11"/>
          </p:nvPr>
        </p:nvSpPr>
        <p:spPr/>
        <p:txBody>
          <a:bodyPr/>
          <a:lstStyle/>
          <a:p>
            <a:endParaRPr lang="en-MA"/>
          </a:p>
        </p:txBody>
      </p:sp>
      <p:sp>
        <p:nvSpPr>
          <p:cNvPr id="9" name="Espace réservé du numéro de diapositive 8">
            <a:extLst>
              <a:ext uri="{FF2B5EF4-FFF2-40B4-BE49-F238E27FC236}">
                <a16:creationId xmlns:a16="http://schemas.microsoft.com/office/drawing/2014/main" id="{AB82869D-00F1-709D-AA0D-02E4A7392CE1}"/>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2820558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8DCA1E-A9F2-6CCC-2A98-BCA4635DE2E3}"/>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EAF73BEF-7D4F-4D94-81A1-43EAE2D67429}"/>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4" name="Espace réservé du pied de page 3">
            <a:extLst>
              <a:ext uri="{FF2B5EF4-FFF2-40B4-BE49-F238E27FC236}">
                <a16:creationId xmlns:a16="http://schemas.microsoft.com/office/drawing/2014/main" id="{36AFAF75-429A-C975-6A54-439A6B778AA4}"/>
              </a:ext>
            </a:extLst>
          </p:cNvPr>
          <p:cNvSpPr>
            <a:spLocks noGrp="1"/>
          </p:cNvSpPr>
          <p:nvPr>
            <p:ph type="ftr" sz="quarter" idx="11"/>
          </p:nvPr>
        </p:nvSpPr>
        <p:spPr/>
        <p:txBody>
          <a:bodyPr/>
          <a:lstStyle/>
          <a:p>
            <a:endParaRPr lang="en-MA"/>
          </a:p>
        </p:txBody>
      </p:sp>
      <p:sp>
        <p:nvSpPr>
          <p:cNvPr id="5" name="Espace réservé du numéro de diapositive 4">
            <a:extLst>
              <a:ext uri="{FF2B5EF4-FFF2-40B4-BE49-F238E27FC236}">
                <a16:creationId xmlns:a16="http://schemas.microsoft.com/office/drawing/2014/main" id="{5A026D27-FC96-A6A2-07CF-B88FAFB8FD3E}"/>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1950627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E6324AB-F43A-CDD8-6E3E-99B390641606}"/>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3" name="Espace réservé du pied de page 2">
            <a:extLst>
              <a:ext uri="{FF2B5EF4-FFF2-40B4-BE49-F238E27FC236}">
                <a16:creationId xmlns:a16="http://schemas.microsoft.com/office/drawing/2014/main" id="{9DD3DB2E-044F-420E-893C-F24B80ED61F4}"/>
              </a:ext>
            </a:extLst>
          </p:cNvPr>
          <p:cNvSpPr>
            <a:spLocks noGrp="1"/>
          </p:cNvSpPr>
          <p:nvPr>
            <p:ph type="ftr" sz="quarter" idx="11"/>
          </p:nvPr>
        </p:nvSpPr>
        <p:spPr/>
        <p:txBody>
          <a:bodyPr/>
          <a:lstStyle/>
          <a:p>
            <a:endParaRPr lang="en-MA"/>
          </a:p>
        </p:txBody>
      </p:sp>
      <p:sp>
        <p:nvSpPr>
          <p:cNvPr id="4" name="Espace réservé du numéro de diapositive 3">
            <a:extLst>
              <a:ext uri="{FF2B5EF4-FFF2-40B4-BE49-F238E27FC236}">
                <a16:creationId xmlns:a16="http://schemas.microsoft.com/office/drawing/2014/main" id="{DCDB0A22-D89A-54AE-CDFC-6833A6E7FA4B}"/>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3515705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5BB27-C2B7-C133-4EE3-FB914CA6E61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BA9A38B2-6595-F787-4EE5-B2E25157DF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4BAAD8B7-02FB-CD30-4FEA-5FE8C997E5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A0F11D5-5278-359D-FDEA-D8010B86A96C}"/>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6" name="Espace réservé du pied de page 5">
            <a:extLst>
              <a:ext uri="{FF2B5EF4-FFF2-40B4-BE49-F238E27FC236}">
                <a16:creationId xmlns:a16="http://schemas.microsoft.com/office/drawing/2014/main" id="{73FB10F4-45FF-DF48-35C6-229E4DEDE2CD}"/>
              </a:ext>
            </a:extLst>
          </p:cNvPr>
          <p:cNvSpPr>
            <a:spLocks noGrp="1"/>
          </p:cNvSpPr>
          <p:nvPr>
            <p:ph type="ftr" sz="quarter" idx="11"/>
          </p:nvPr>
        </p:nvSpPr>
        <p:spPr/>
        <p:txBody>
          <a:bodyPr/>
          <a:lstStyle/>
          <a:p>
            <a:endParaRPr lang="en-MA"/>
          </a:p>
        </p:txBody>
      </p:sp>
      <p:sp>
        <p:nvSpPr>
          <p:cNvPr id="7" name="Espace réservé du numéro de diapositive 6">
            <a:extLst>
              <a:ext uri="{FF2B5EF4-FFF2-40B4-BE49-F238E27FC236}">
                <a16:creationId xmlns:a16="http://schemas.microsoft.com/office/drawing/2014/main" id="{0FD81E36-F1B3-D535-C660-56D6CD9C8C56}"/>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906861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7E5D24-7EDA-7E88-4485-B2395B4798F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6070D122-0E1B-2C4F-D295-C4E6D5CB25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2A0C41E1-511C-9F21-4AC2-262039619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F75136D-432C-3A0D-7955-574CE89FC091}"/>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6" name="Espace réservé du pied de page 5">
            <a:extLst>
              <a:ext uri="{FF2B5EF4-FFF2-40B4-BE49-F238E27FC236}">
                <a16:creationId xmlns:a16="http://schemas.microsoft.com/office/drawing/2014/main" id="{99BFC086-B3CA-78E7-DD92-50FE6EDB3B3B}"/>
              </a:ext>
            </a:extLst>
          </p:cNvPr>
          <p:cNvSpPr>
            <a:spLocks noGrp="1"/>
          </p:cNvSpPr>
          <p:nvPr>
            <p:ph type="ftr" sz="quarter" idx="11"/>
          </p:nvPr>
        </p:nvSpPr>
        <p:spPr/>
        <p:txBody>
          <a:bodyPr/>
          <a:lstStyle/>
          <a:p>
            <a:endParaRPr lang="en-MA"/>
          </a:p>
        </p:txBody>
      </p:sp>
      <p:sp>
        <p:nvSpPr>
          <p:cNvPr id="7" name="Espace réservé du numéro de diapositive 6">
            <a:extLst>
              <a:ext uri="{FF2B5EF4-FFF2-40B4-BE49-F238E27FC236}">
                <a16:creationId xmlns:a16="http://schemas.microsoft.com/office/drawing/2014/main" id="{0EB6D045-EEBE-8DD6-DDAC-D34FA0E94FF7}"/>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2196431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629ED4-162C-BD1C-499B-F7E0DF4850F7}"/>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C0ACC60F-3FCD-D8CF-8B6D-D5DC8D81A78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E5DFF9E8-D150-2516-FD8F-273A455D4A13}"/>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5" name="Espace réservé du pied de page 4">
            <a:extLst>
              <a:ext uri="{FF2B5EF4-FFF2-40B4-BE49-F238E27FC236}">
                <a16:creationId xmlns:a16="http://schemas.microsoft.com/office/drawing/2014/main" id="{8B08876A-8D5C-DFFB-AAD9-17E43225132B}"/>
              </a:ext>
            </a:extLst>
          </p:cNvPr>
          <p:cNvSpPr>
            <a:spLocks noGrp="1"/>
          </p:cNvSpPr>
          <p:nvPr>
            <p:ph type="ftr" sz="quarter" idx="11"/>
          </p:nvPr>
        </p:nvSpPr>
        <p:spPr/>
        <p:txBody>
          <a:bodyPr/>
          <a:lstStyle/>
          <a:p>
            <a:endParaRPr lang="en-MA"/>
          </a:p>
        </p:txBody>
      </p:sp>
      <p:sp>
        <p:nvSpPr>
          <p:cNvPr id="6" name="Espace réservé du numéro de diapositive 5">
            <a:extLst>
              <a:ext uri="{FF2B5EF4-FFF2-40B4-BE49-F238E27FC236}">
                <a16:creationId xmlns:a16="http://schemas.microsoft.com/office/drawing/2014/main" id="{505DEE51-8AFC-616E-130E-501B0DD15E1E}"/>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3223078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3BC8F6A-31B8-F933-B9D7-21AE4A25FF6C}"/>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41068691-AFDF-E8B4-51CE-F9F203256DA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F9B8D435-7F4B-EB1A-2CB5-E8D07978E72D}"/>
              </a:ext>
            </a:extLst>
          </p:cNvPr>
          <p:cNvSpPr>
            <a:spLocks noGrp="1"/>
          </p:cNvSpPr>
          <p:nvPr>
            <p:ph type="dt" sz="half" idx="10"/>
          </p:nvPr>
        </p:nvSpPr>
        <p:spPr/>
        <p:txBody>
          <a:bodyPr/>
          <a:lstStyle/>
          <a:p>
            <a:fld id="{9724B9DA-CAD0-C641-B404-0A620A8226EC}" type="datetimeFigureOut">
              <a:rPr lang="en-MA" smtClean="0"/>
              <a:t>09/14/2026</a:t>
            </a:fld>
            <a:endParaRPr lang="en-MA"/>
          </a:p>
        </p:txBody>
      </p:sp>
      <p:sp>
        <p:nvSpPr>
          <p:cNvPr id="5" name="Espace réservé du pied de page 4">
            <a:extLst>
              <a:ext uri="{FF2B5EF4-FFF2-40B4-BE49-F238E27FC236}">
                <a16:creationId xmlns:a16="http://schemas.microsoft.com/office/drawing/2014/main" id="{F6E99F14-9C18-9EC9-1693-C6CFEAC39DCD}"/>
              </a:ext>
            </a:extLst>
          </p:cNvPr>
          <p:cNvSpPr>
            <a:spLocks noGrp="1"/>
          </p:cNvSpPr>
          <p:nvPr>
            <p:ph type="ftr" sz="quarter" idx="11"/>
          </p:nvPr>
        </p:nvSpPr>
        <p:spPr/>
        <p:txBody>
          <a:bodyPr/>
          <a:lstStyle/>
          <a:p>
            <a:endParaRPr lang="en-MA"/>
          </a:p>
        </p:txBody>
      </p:sp>
      <p:sp>
        <p:nvSpPr>
          <p:cNvPr id="6" name="Espace réservé du numéro de diapositive 5">
            <a:extLst>
              <a:ext uri="{FF2B5EF4-FFF2-40B4-BE49-F238E27FC236}">
                <a16:creationId xmlns:a16="http://schemas.microsoft.com/office/drawing/2014/main" id="{3B5D82C8-9A49-01EB-ABC1-D8268348EA45}"/>
              </a:ext>
            </a:extLst>
          </p:cNvPr>
          <p:cNvSpPr>
            <a:spLocks noGrp="1"/>
          </p:cNvSpPr>
          <p:nvPr>
            <p:ph type="sldNum" sz="quarter" idx="12"/>
          </p:nvPr>
        </p:nvSpPr>
        <p:spPr/>
        <p:txBody>
          <a:bodyPr/>
          <a:lstStyle/>
          <a:p>
            <a:fld id="{163FC9FA-5B82-7643-A42C-BA86EA74C2D2}" type="slidenum">
              <a:rPr lang="en-MA" smtClean="0"/>
              <a:t>‹N°›</a:t>
            </a:fld>
            <a:endParaRPr lang="en-MA"/>
          </a:p>
        </p:txBody>
      </p:sp>
    </p:spTree>
    <p:extLst>
      <p:ext uri="{BB962C8B-B14F-4D97-AF65-F5344CB8AC3E}">
        <p14:creationId xmlns:p14="http://schemas.microsoft.com/office/powerpoint/2010/main" val="4207650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D05E4C5-9A1D-20DF-E63B-620319F0DF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5B2BE548-D07C-69CE-E59A-EC2BA3EFA3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E5F77044-4DC0-1EC3-B756-E045743C2D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24B9DA-CAD0-C641-B404-0A620A8226EC}" type="datetimeFigureOut">
              <a:rPr lang="en-MA" smtClean="0"/>
              <a:t>09/14/2026</a:t>
            </a:fld>
            <a:endParaRPr lang="en-MA"/>
          </a:p>
        </p:txBody>
      </p:sp>
      <p:sp>
        <p:nvSpPr>
          <p:cNvPr id="5" name="Espace réservé du pied de page 4">
            <a:extLst>
              <a:ext uri="{FF2B5EF4-FFF2-40B4-BE49-F238E27FC236}">
                <a16:creationId xmlns:a16="http://schemas.microsoft.com/office/drawing/2014/main" id="{B1A903AB-A0DA-D062-2EB3-BBE10A278D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A"/>
          </a:p>
        </p:txBody>
      </p:sp>
      <p:sp>
        <p:nvSpPr>
          <p:cNvPr id="6" name="Espace réservé du numéro de diapositive 5">
            <a:extLst>
              <a:ext uri="{FF2B5EF4-FFF2-40B4-BE49-F238E27FC236}">
                <a16:creationId xmlns:a16="http://schemas.microsoft.com/office/drawing/2014/main" id="{85E342D6-86C5-EF6A-A5E5-794EFD9C33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3FC9FA-5B82-7643-A42C-BA86EA74C2D2}" type="slidenum">
              <a:rPr lang="en-MA" smtClean="0"/>
              <a:t>‹N°›</a:t>
            </a:fld>
            <a:endParaRPr lang="en-MA"/>
          </a:p>
        </p:txBody>
      </p:sp>
    </p:spTree>
    <p:extLst>
      <p:ext uri="{BB962C8B-B14F-4D97-AF65-F5344CB8AC3E}">
        <p14:creationId xmlns:p14="http://schemas.microsoft.com/office/powerpoint/2010/main" val="41879447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ACC3CE-E6FA-856A-F53D-51194B5D8168}"/>
              </a:ext>
            </a:extLst>
          </p:cNvPr>
          <p:cNvSpPr>
            <a:spLocks noGrp="1"/>
          </p:cNvSpPr>
          <p:nvPr>
            <p:ph type="title"/>
          </p:nvPr>
        </p:nvSpPr>
        <p:spPr/>
        <p:txBody>
          <a:bodyPr/>
          <a:lstStyle/>
          <a:p>
            <a:r>
              <a:rPr lang="en-MA" b="1" dirty="0"/>
              <a:t>Gestion et prévision des stocks</a:t>
            </a:r>
            <a:endParaRPr lang="en-US" dirty="0"/>
          </a:p>
        </p:txBody>
      </p:sp>
      <p:sp>
        <p:nvSpPr>
          <p:cNvPr id="3" name="Espace réservé du contenu 2">
            <a:extLst>
              <a:ext uri="{FF2B5EF4-FFF2-40B4-BE49-F238E27FC236}">
                <a16:creationId xmlns:a16="http://schemas.microsoft.com/office/drawing/2014/main" id="{B3D59B73-95C2-2B86-F846-C76B5BDE6A8B}"/>
              </a:ext>
            </a:extLst>
          </p:cNvPr>
          <p:cNvSpPr>
            <a:spLocks noGrp="1"/>
          </p:cNvSpPr>
          <p:nvPr>
            <p:ph idx="1"/>
          </p:nvPr>
        </p:nvSpPr>
        <p:spPr/>
        <p:txBody>
          <a:bodyPr/>
          <a:lstStyle/>
          <a:p>
            <a:pPr marL="0" indent="0">
              <a:buNone/>
            </a:pPr>
            <a:r>
              <a:rPr lang="fr-FR" dirty="0"/>
              <a:t>Réalisé par: Nizar BAKALI</a:t>
            </a:r>
            <a:endParaRPr lang="en-MA" dirty="0"/>
          </a:p>
        </p:txBody>
      </p:sp>
    </p:spTree>
    <p:extLst>
      <p:ext uri="{BB962C8B-B14F-4D97-AF65-F5344CB8AC3E}">
        <p14:creationId xmlns:p14="http://schemas.microsoft.com/office/powerpoint/2010/main" val="848716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8C26B-0CDD-9F12-373E-C075BCB4778D}"/>
              </a:ext>
            </a:extLst>
          </p:cNvPr>
          <p:cNvSpPr>
            <a:spLocks noGrp="1"/>
          </p:cNvSpPr>
          <p:nvPr>
            <p:ph type="title"/>
          </p:nvPr>
        </p:nvSpPr>
        <p:spPr>
          <a:xfrm>
            <a:off x="838199" y="1671570"/>
            <a:ext cx="5155261" cy="4072044"/>
          </a:xfrm>
        </p:spPr>
        <p:txBody>
          <a:bodyPr anchor="t">
            <a:normAutofit/>
          </a:bodyPr>
          <a:lstStyle/>
          <a:p>
            <a:r>
              <a:rPr lang="fr-FR" b="1" dirty="0"/>
              <a:t>PLAN</a:t>
            </a:r>
            <a:endParaRPr lang="en-MA" b="1" dirty="0"/>
          </a:p>
        </p:txBody>
      </p:sp>
      <p:sp>
        <p:nvSpPr>
          <p:cNvPr id="3" name="Content Placeholder 2">
            <a:extLst>
              <a:ext uri="{FF2B5EF4-FFF2-40B4-BE49-F238E27FC236}">
                <a16:creationId xmlns:a16="http://schemas.microsoft.com/office/drawing/2014/main" id="{E75AFB92-BE61-0B03-430B-0C8034FAF73F}"/>
              </a:ext>
            </a:extLst>
          </p:cNvPr>
          <p:cNvSpPr>
            <a:spLocks noGrp="1"/>
          </p:cNvSpPr>
          <p:nvPr>
            <p:ph idx="1"/>
          </p:nvPr>
        </p:nvSpPr>
        <p:spPr>
          <a:xfrm>
            <a:off x="6185986" y="1671566"/>
            <a:ext cx="5170861" cy="4072043"/>
          </a:xfrm>
        </p:spPr>
        <p:txBody>
          <a:bodyPr>
            <a:normAutofit/>
          </a:bodyPr>
          <a:lstStyle/>
          <a:p>
            <a:r>
              <a:rPr lang="fr-FR" sz="2000" dirty="0"/>
              <a:t>Introduction</a:t>
            </a:r>
          </a:p>
          <a:p>
            <a:r>
              <a:rPr lang="en-MA" sz="2000" dirty="0"/>
              <a:t>Missions réalisées</a:t>
            </a:r>
            <a:endParaRPr lang="en-US" sz="2000" dirty="0"/>
          </a:p>
          <a:p>
            <a:r>
              <a:rPr lang="en-MA" sz="2000" dirty="0"/>
              <a:t>Méthodologie et technologies</a:t>
            </a:r>
            <a:endParaRPr lang="en-US" sz="2000" dirty="0"/>
          </a:p>
          <a:p>
            <a:r>
              <a:rPr lang="fr-FR" sz="2000" dirty="0"/>
              <a:t>Résultats et Livrables</a:t>
            </a:r>
          </a:p>
          <a:p>
            <a:r>
              <a:rPr lang="fr-FR" sz="2000" dirty="0"/>
              <a:t>Conclusion </a:t>
            </a:r>
          </a:p>
        </p:txBody>
      </p:sp>
    </p:spTree>
    <p:extLst>
      <p:ext uri="{BB962C8B-B14F-4D97-AF65-F5344CB8AC3E}">
        <p14:creationId xmlns:p14="http://schemas.microsoft.com/office/powerpoint/2010/main" val="1452598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ACC3-8C41-8C2F-202A-C8CF64DE1DB3}"/>
              </a:ext>
            </a:extLst>
          </p:cNvPr>
          <p:cNvSpPr>
            <a:spLocks noGrp="1"/>
          </p:cNvSpPr>
          <p:nvPr>
            <p:ph type="title"/>
          </p:nvPr>
        </p:nvSpPr>
        <p:spPr>
          <a:xfrm>
            <a:off x="838199" y="1671570"/>
            <a:ext cx="5155261" cy="4072044"/>
          </a:xfrm>
        </p:spPr>
        <p:txBody>
          <a:bodyPr anchor="t">
            <a:normAutofit/>
          </a:bodyPr>
          <a:lstStyle/>
          <a:p>
            <a:r>
              <a:rPr lang="fr-FR" b="1" dirty="0"/>
              <a:t>Introduction </a:t>
            </a:r>
            <a:endParaRPr lang="en-MA" b="1" dirty="0"/>
          </a:p>
        </p:txBody>
      </p:sp>
      <p:sp>
        <p:nvSpPr>
          <p:cNvPr id="3" name="Content Placeholder 2">
            <a:extLst>
              <a:ext uri="{FF2B5EF4-FFF2-40B4-BE49-F238E27FC236}">
                <a16:creationId xmlns:a16="http://schemas.microsoft.com/office/drawing/2014/main" id="{642B9536-F307-B1E8-12E3-1F8A6D2C9AE3}"/>
              </a:ext>
            </a:extLst>
          </p:cNvPr>
          <p:cNvSpPr>
            <a:spLocks noGrp="1"/>
          </p:cNvSpPr>
          <p:nvPr>
            <p:ph idx="1"/>
          </p:nvPr>
        </p:nvSpPr>
        <p:spPr>
          <a:xfrm>
            <a:off x="6185986" y="1671566"/>
            <a:ext cx="5170861" cy="4072043"/>
          </a:xfrm>
        </p:spPr>
        <p:txBody>
          <a:bodyPr>
            <a:normAutofit/>
          </a:bodyPr>
          <a:lstStyle/>
          <a:p>
            <a:pPr marL="0" indent="0" algn="just">
              <a:buNone/>
            </a:pPr>
            <a:r>
              <a:rPr lang="en-MA" sz="1900" dirty="0"/>
              <a:t>Dans le cadre de ma formation à l’EMSI Tanger, j’ai réalisé mon stage au sein du département informatique de GMD Metal Tanger, une entreprise du secteur automobile spécialisée dans la fabrication de composants métalliques. Ce stage avait pour objectif de participer à la réalisation d’une solution web dédiée à la gestion et à l’analyse des stocks. Ma mission principale consistait à contribuer au développement d’une application permettant de centraliser les informations relatives aux magasins, rayons, zones, cases, articles et mouvements de stock, tout en intégrant des fonctionnalités de visualisation des données et de prévision.</a:t>
            </a:r>
          </a:p>
          <a:p>
            <a:pPr algn="just"/>
            <a:endParaRPr lang="en-MA" sz="1900" dirty="0">
              <a:solidFill>
                <a:srgbClr val="FFFFFF"/>
              </a:solidFill>
            </a:endParaRPr>
          </a:p>
        </p:txBody>
      </p:sp>
    </p:spTree>
    <p:extLst>
      <p:ext uri="{BB962C8B-B14F-4D97-AF65-F5344CB8AC3E}">
        <p14:creationId xmlns:p14="http://schemas.microsoft.com/office/powerpoint/2010/main" val="3104706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D9FE8DAC-F429-DC8C-98E8-ABB0BDFBB6FE}"/>
              </a:ext>
            </a:extLst>
          </p:cNvPr>
          <p:cNvPicPr>
            <a:picLocks noGrp="1" noChangeAspect="1"/>
          </p:cNvPicPr>
          <p:nvPr>
            <p:ph idx="1"/>
          </p:nvPr>
        </p:nvPicPr>
        <p:blipFill>
          <a:blip r:embed="rId2"/>
          <a:stretch>
            <a:fillRect/>
          </a:stretch>
        </p:blipFill>
        <p:spPr>
          <a:xfrm>
            <a:off x="0" y="166687"/>
            <a:ext cx="12192000" cy="6524625"/>
          </a:xfrm>
          <a:prstGeom prst="rect">
            <a:avLst/>
          </a:prstGeom>
        </p:spPr>
      </p:pic>
    </p:spTree>
    <p:extLst>
      <p:ext uri="{BB962C8B-B14F-4D97-AF65-F5344CB8AC3E}">
        <p14:creationId xmlns:p14="http://schemas.microsoft.com/office/powerpoint/2010/main" val="2551830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AAA9F-C78B-80E5-A286-65CDD778BD2C}"/>
              </a:ext>
            </a:extLst>
          </p:cNvPr>
          <p:cNvSpPr>
            <a:spLocks noGrp="1"/>
          </p:cNvSpPr>
          <p:nvPr>
            <p:ph type="title"/>
          </p:nvPr>
        </p:nvSpPr>
        <p:spPr>
          <a:xfrm>
            <a:off x="876693" y="741391"/>
            <a:ext cx="4597747" cy="1616203"/>
          </a:xfrm>
        </p:spPr>
        <p:txBody>
          <a:bodyPr anchor="b">
            <a:normAutofit/>
          </a:bodyPr>
          <a:lstStyle/>
          <a:p>
            <a:r>
              <a:rPr lang="en-MA" sz="3200" b="1"/>
              <a:t>Missions réalisées</a:t>
            </a:r>
            <a:endParaRPr lang="en-MA" sz="3200"/>
          </a:p>
        </p:txBody>
      </p:sp>
      <p:sp>
        <p:nvSpPr>
          <p:cNvPr id="4" name="Espace réservé du contenu 3">
            <a:extLst>
              <a:ext uri="{FF2B5EF4-FFF2-40B4-BE49-F238E27FC236}">
                <a16:creationId xmlns:a16="http://schemas.microsoft.com/office/drawing/2014/main" id="{72277DF7-311E-CA26-519A-5F31445251E2}"/>
              </a:ext>
            </a:extLst>
          </p:cNvPr>
          <p:cNvSpPr>
            <a:spLocks noGrp="1"/>
          </p:cNvSpPr>
          <p:nvPr>
            <p:ph idx="1"/>
          </p:nvPr>
        </p:nvSpPr>
        <p:spPr>
          <a:xfrm>
            <a:off x="876693" y="2533476"/>
            <a:ext cx="4597746" cy="3447832"/>
          </a:xfrm>
        </p:spPr>
        <p:txBody>
          <a:bodyPr anchor="t">
            <a:normAutofit/>
          </a:bodyPr>
          <a:lstStyle/>
          <a:p>
            <a:endParaRPr lang="en-US" sz="2000"/>
          </a:p>
        </p:txBody>
      </p:sp>
      <p:grpSp>
        <p:nvGrpSpPr>
          <p:cNvPr id="57" name="Group 56">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58" name="Rectangle 57">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17705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17E3B450-9305-E608-A839-5B36554D3D79}"/>
              </a:ext>
            </a:extLst>
          </p:cNvPr>
          <p:cNvSpPr>
            <a:spLocks noGrp="1"/>
          </p:cNvSpPr>
          <p:nvPr>
            <p:ph type="title"/>
          </p:nvPr>
        </p:nvSpPr>
        <p:spPr>
          <a:xfrm>
            <a:off x="1155558" y="637762"/>
            <a:ext cx="4284397" cy="5576770"/>
          </a:xfrm>
        </p:spPr>
        <p:txBody>
          <a:bodyPr vert="horz" lIns="91440" tIns="45720" rIns="91440" bIns="45720" rtlCol="0" anchor="ctr">
            <a:normAutofit/>
          </a:bodyPr>
          <a:lstStyle/>
          <a:p>
            <a:r>
              <a:rPr lang="en-US" sz="5600" b="1" kern="1200">
                <a:solidFill>
                  <a:schemeClr val="bg1"/>
                </a:solidFill>
                <a:latin typeface="+mj-lt"/>
                <a:ea typeface="+mj-ea"/>
                <a:cs typeface="+mj-cs"/>
              </a:rPr>
              <a:t>Méthodologie </a:t>
            </a:r>
            <a:endParaRPr lang="en-US" sz="5600" kern="1200">
              <a:solidFill>
                <a:schemeClr val="bg1"/>
              </a:solidFill>
              <a:latin typeface="+mj-lt"/>
              <a:ea typeface="+mj-ea"/>
              <a:cs typeface="+mj-cs"/>
            </a:endParaRPr>
          </a:p>
        </p:txBody>
      </p:sp>
    </p:spTree>
    <p:extLst>
      <p:ext uri="{BB962C8B-B14F-4D97-AF65-F5344CB8AC3E}">
        <p14:creationId xmlns:p14="http://schemas.microsoft.com/office/powerpoint/2010/main" val="2869096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39601E-D212-B405-D89B-47A636AEB380}"/>
              </a:ext>
            </a:extLst>
          </p:cNvPr>
          <p:cNvSpPr>
            <a:spLocks noGrp="1"/>
          </p:cNvSpPr>
          <p:nvPr>
            <p:ph type="title"/>
          </p:nvPr>
        </p:nvSpPr>
        <p:spPr>
          <a:xfrm>
            <a:off x="838200" y="0"/>
            <a:ext cx="10515600" cy="726256"/>
          </a:xfrm>
        </p:spPr>
        <p:txBody>
          <a:bodyPr/>
          <a:lstStyle/>
          <a:p>
            <a:r>
              <a:rPr lang="fr-MA"/>
              <a:t>Diagramme de classes</a:t>
            </a:r>
            <a:endParaRPr lang="en-US" dirty="0"/>
          </a:p>
        </p:txBody>
      </p:sp>
      <p:pic>
        <p:nvPicPr>
          <p:cNvPr id="4" name="Espace réservé du contenu 3">
            <a:extLst>
              <a:ext uri="{FF2B5EF4-FFF2-40B4-BE49-F238E27FC236}">
                <a16:creationId xmlns:a16="http://schemas.microsoft.com/office/drawing/2014/main" id="{9A3E8E11-1A40-13A5-FC1B-1A82631014B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613934" y="540774"/>
            <a:ext cx="10964134" cy="6317226"/>
          </a:xfrm>
          <a:prstGeom prst="rect">
            <a:avLst/>
          </a:prstGeom>
          <a:noFill/>
          <a:ln>
            <a:noFill/>
          </a:ln>
        </p:spPr>
      </p:pic>
    </p:spTree>
    <p:extLst>
      <p:ext uri="{BB962C8B-B14F-4D97-AF65-F5344CB8AC3E}">
        <p14:creationId xmlns:p14="http://schemas.microsoft.com/office/powerpoint/2010/main" val="121866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3669EE-976A-EB1C-BD88-4F440C612461}"/>
              </a:ext>
            </a:extLst>
          </p:cNvPr>
          <p:cNvSpPr>
            <a:spLocks noGrp="1"/>
          </p:cNvSpPr>
          <p:nvPr>
            <p:ph type="title"/>
          </p:nvPr>
        </p:nvSpPr>
        <p:spPr/>
        <p:txBody>
          <a:bodyPr/>
          <a:lstStyle/>
          <a:p>
            <a:endParaRPr lang="en-US"/>
          </a:p>
        </p:txBody>
      </p:sp>
      <p:sp>
        <p:nvSpPr>
          <p:cNvPr id="3" name="Espace réservé du contenu 2">
            <a:extLst>
              <a:ext uri="{FF2B5EF4-FFF2-40B4-BE49-F238E27FC236}">
                <a16:creationId xmlns:a16="http://schemas.microsoft.com/office/drawing/2014/main" id="{BB028915-99D6-E565-CD01-928CD956DF0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85467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2E2D1-6D9A-5F41-3400-07F67299737B}"/>
              </a:ext>
            </a:extLst>
          </p:cNvPr>
          <p:cNvSpPr>
            <a:spLocks noGrp="1"/>
          </p:cNvSpPr>
          <p:nvPr>
            <p:ph type="title"/>
          </p:nvPr>
        </p:nvSpPr>
        <p:spPr>
          <a:xfrm>
            <a:off x="838200" y="556995"/>
            <a:ext cx="10515600" cy="1133693"/>
          </a:xfrm>
        </p:spPr>
        <p:txBody>
          <a:bodyPr>
            <a:normAutofit/>
          </a:bodyPr>
          <a:lstStyle/>
          <a:p>
            <a:r>
              <a:rPr lang="en-US" sz="5200" b="1" dirty="0"/>
              <a:t>T</a:t>
            </a:r>
            <a:r>
              <a:rPr lang="en-MA" sz="5200" b="1" dirty="0"/>
              <a:t>echnologies</a:t>
            </a:r>
            <a:r>
              <a:rPr lang="en-US" sz="5200" b="1" dirty="0"/>
              <a:t> </a:t>
            </a:r>
            <a:endParaRPr lang="en-MA" sz="5200" dirty="0"/>
          </a:p>
        </p:txBody>
      </p:sp>
      <p:graphicFrame>
        <p:nvGraphicFramePr>
          <p:cNvPr id="26" name="Espace réservé du contenu 23">
            <a:extLst>
              <a:ext uri="{FF2B5EF4-FFF2-40B4-BE49-F238E27FC236}">
                <a16:creationId xmlns:a16="http://schemas.microsoft.com/office/drawing/2014/main" id="{19DA40E5-133D-4CB3-CDC4-184566DAE9D7}"/>
              </a:ext>
            </a:extLst>
          </p:cNvPr>
          <p:cNvGraphicFramePr>
            <a:graphicFrameLocks noGrp="1"/>
          </p:cNvGraphicFramePr>
          <p:nvPr>
            <p:ph idx="1"/>
            <p:extLst>
              <p:ext uri="{D42A27DB-BD31-4B8C-83A1-F6EECF244321}">
                <p14:modId xmlns:p14="http://schemas.microsoft.com/office/powerpoint/2010/main" val="33760352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7549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0353BD-BCF0-A99E-E35C-876781BBBA16}"/>
              </a:ext>
            </a:extLst>
          </p:cNvPr>
          <p:cNvSpPr>
            <a:spLocks noGrp="1"/>
          </p:cNvSpPr>
          <p:nvPr>
            <p:ph type="ctrTitle"/>
          </p:nvPr>
        </p:nvSpPr>
        <p:spPr>
          <a:xfrm>
            <a:off x="556532" y="643467"/>
            <a:ext cx="11210925" cy="744836"/>
          </a:xfrm>
        </p:spPr>
        <p:txBody>
          <a:bodyPr vert="horz" lIns="91440" tIns="45720" rIns="91440" bIns="45720" rtlCol="0" anchor="ctr">
            <a:normAutofit/>
          </a:bodyPr>
          <a:lstStyle/>
          <a:p>
            <a:r>
              <a:rPr lang="en-US" sz="3200" kern="1200">
                <a:solidFill>
                  <a:schemeClr val="bg1"/>
                </a:solidFill>
                <a:latin typeface="+mj-lt"/>
                <a:ea typeface="+mj-ea"/>
                <a:cs typeface="+mj-cs"/>
              </a:rPr>
              <a:t>Architecture générale du système</a:t>
            </a:r>
          </a:p>
        </p:txBody>
      </p:sp>
      <p:pic>
        <p:nvPicPr>
          <p:cNvPr id="5" name="Image 4">
            <a:extLst>
              <a:ext uri="{FF2B5EF4-FFF2-40B4-BE49-F238E27FC236}">
                <a16:creationId xmlns:a16="http://schemas.microsoft.com/office/drawing/2014/main" id="{9B5A3D3F-446C-D649-BF8B-FF25E25CA48E}"/>
              </a:ext>
            </a:extLst>
          </p:cNvPr>
          <p:cNvPicPr>
            <a:picLocks noChangeAspect="1"/>
          </p:cNvPicPr>
          <p:nvPr/>
        </p:nvPicPr>
        <p:blipFill>
          <a:blip r:embed="rId2"/>
          <a:stretch>
            <a:fillRect/>
          </a:stretch>
        </p:blipFill>
        <p:spPr>
          <a:xfrm>
            <a:off x="643467" y="1991203"/>
            <a:ext cx="10905066" cy="3762246"/>
          </a:xfrm>
          <a:prstGeom prst="rect">
            <a:avLst/>
          </a:prstGeom>
        </p:spPr>
      </p:pic>
    </p:spTree>
    <p:extLst>
      <p:ext uri="{BB962C8B-B14F-4D97-AF65-F5344CB8AC3E}">
        <p14:creationId xmlns:p14="http://schemas.microsoft.com/office/powerpoint/2010/main" val="951904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5D37-4754-D90B-4571-9968AFE6CF6A}"/>
              </a:ext>
            </a:extLst>
          </p:cNvPr>
          <p:cNvSpPr>
            <a:spLocks noGrp="1"/>
          </p:cNvSpPr>
          <p:nvPr>
            <p:ph type="title"/>
          </p:nvPr>
        </p:nvSpPr>
        <p:spPr/>
        <p:txBody>
          <a:bodyPr/>
          <a:lstStyle/>
          <a:p>
            <a:r>
              <a:rPr lang="fr-FR" b="1" dirty="0"/>
              <a:t>Résultats et</a:t>
            </a:r>
            <a:endParaRPr lang="en-MA" b="1" dirty="0"/>
          </a:p>
        </p:txBody>
      </p:sp>
      <p:sp>
        <p:nvSpPr>
          <p:cNvPr id="3" name="Content Placeholder 2">
            <a:extLst>
              <a:ext uri="{FF2B5EF4-FFF2-40B4-BE49-F238E27FC236}">
                <a16:creationId xmlns:a16="http://schemas.microsoft.com/office/drawing/2014/main" id="{1C46F31E-BBB7-03F0-EA57-BFEAC36BB9EE}"/>
              </a:ext>
            </a:extLst>
          </p:cNvPr>
          <p:cNvSpPr>
            <a:spLocks noGrp="1"/>
          </p:cNvSpPr>
          <p:nvPr>
            <p:ph idx="1"/>
          </p:nvPr>
        </p:nvSpPr>
        <p:spPr/>
        <p:txBody>
          <a:bodyPr/>
          <a:lstStyle/>
          <a:p>
            <a:endParaRPr lang="en-MA"/>
          </a:p>
        </p:txBody>
      </p:sp>
    </p:spTree>
    <p:extLst>
      <p:ext uri="{BB962C8B-B14F-4D97-AF65-F5344CB8AC3E}">
        <p14:creationId xmlns:p14="http://schemas.microsoft.com/office/powerpoint/2010/main" val="684191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F00A7-9FDB-FA17-79A2-1061388014F7}"/>
              </a:ext>
            </a:extLst>
          </p:cNvPr>
          <p:cNvSpPr>
            <a:spLocks noGrp="1"/>
          </p:cNvSpPr>
          <p:nvPr>
            <p:ph type="title"/>
          </p:nvPr>
        </p:nvSpPr>
        <p:spPr/>
        <p:txBody>
          <a:bodyPr>
            <a:normAutofit/>
          </a:bodyPr>
          <a:lstStyle/>
          <a:p>
            <a:r>
              <a:rPr lang="fr-FR" b="1"/>
              <a:t>Conclusion</a:t>
            </a:r>
            <a:endParaRPr lang="en-MA" b="1" dirty="0"/>
          </a:p>
        </p:txBody>
      </p:sp>
      <p:sp>
        <p:nvSpPr>
          <p:cNvPr id="3" name="Content Placeholder 2">
            <a:extLst>
              <a:ext uri="{FF2B5EF4-FFF2-40B4-BE49-F238E27FC236}">
                <a16:creationId xmlns:a16="http://schemas.microsoft.com/office/drawing/2014/main" id="{71E3DBD3-B5BC-3492-599B-28F6FAC19230}"/>
              </a:ext>
            </a:extLst>
          </p:cNvPr>
          <p:cNvSpPr>
            <a:spLocks noGrp="1"/>
          </p:cNvSpPr>
          <p:nvPr>
            <p:ph idx="1"/>
          </p:nvPr>
        </p:nvSpPr>
        <p:spPr/>
        <p:txBody>
          <a:bodyPr>
            <a:normAutofit/>
          </a:bodyPr>
          <a:lstStyle/>
          <a:p>
            <a:pPr marL="0" indent="0">
              <a:buNone/>
            </a:pPr>
            <a:r>
              <a:rPr lang="en-MA"/>
              <a:t>Pour conclure, ce stage m’a permis de mettre en pratique les connaissances acquises durant ma formation à l’EMSI et de développer de nouvelles compétences techniques, notamment dans le développement web, la gestion des bases de données et l’analyse des données. Il m’a également permis de travailler de manière plus autonome et d’améliorer ma capacité à résoudre des problèmes techniques. Ma contribution a porté sur la réalisation d’une solution permettant de faciliter la gestion, l’analyse et la prévision des stocks. Enfin, cette expérience m’a donné envie d’approfondir davantage mes connaissances en Data Science et en Intelligence Artificielle.</a:t>
            </a:r>
            <a:endParaRPr lang="en-MA" dirty="0"/>
          </a:p>
        </p:txBody>
      </p:sp>
    </p:spTree>
    <p:extLst>
      <p:ext uri="{BB962C8B-B14F-4D97-AF65-F5344CB8AC3E}">
        <p14:creationId xmlns:p14="http://schemas.microsoft.com/office/powerpoint/2010/main" val="250112471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1548</TotalTime>
  <Words>349</Words>
  <Application>Microsoft Office PowerPoint</Application>
  <PresentationFormat>Grand écran</PresentationFormat>
  <Paragraphs>24</Paragraphs>
  <Slides>12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Aptos</vt:lpstr>
      <vt:lpstr>Aptos Display</vt:lpstr>
      <vt:lpstr>Arial</vt:lpstr>
      <vt:lpstr>Thème Office</vt:lpstr>
      <vt:lpstr>Gestion et prévision des stocks</vt:lpstr>
      <vt:lpstr>PLAN</vt:lpstr>
      <vt:lpstr>Introduction </vt:lpstr>
      <vt:lpstr>Présentation PowerPoint</vt:lpstr>
      <vt:lpstr>Missions réalisées</vt:lpstr>
      <vt:lpstr>Méthodologie </vt:lpstr>
      <vt:lpstr>Diagramme de classes</vt:lpstr>
      <vt:lpstr>Présentation PowerPoint</vt:lpstr>
      <vt:lpstr>Technologies </vt:lpstr>
      <vt:lpstr>Architecture générale du système</vt:lpstr>
      <vt:lpstr>Résultats et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et prévision des stocks</dc:title>
  <dc:creator>Nizar Bakali</dc:creator>
  <cp:lastModifiedBy>nizar bakali</cp:lastModifiedBy>
  <cp:revision>6</cp:revision>
  <dcterms:created xsi:type="dcterms:W3CDTF">2026-09-10T23:56:34Z</dcterms:created>
  <dcterms:modified xsi:type="dcterms:W3CDTF">2026-09-14T18:16:35Z</dcterms:modified>
</cp:coreProperties>
</file>